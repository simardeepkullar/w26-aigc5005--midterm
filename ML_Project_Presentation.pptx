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64" r:id="rId11"/>
    <p:sldId id="265" r:id="rId12"/>
    <p:sldId id="272" r:id="rId13"/>
    <p:sldId id="266" r:id="rId14"/>
    <p:sldId id="267" r:id="rId15"/>
    <p:sldId id="268" r:id="rId16"/>
    <p:sldId id="273" r:id="rId17"/>
    <p:sldId id="269" r:id="rId18"/>
    <p:sldId id="270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3" autoAdjust="0"/>
    <p:restoredTop sz="94660"/>
  </p:normalViewPr>
  <p:slideViewPr>
    <p:cSldViewPr snapToGrid="0" snapToObjects="1">
      <p:cViewPr varScale="1">
        <p:scale>
          <a:sx n="41" d="100"/>
          <a:sy n="41" d="100"/>
        </p:scale>
        <p:origin x="1879" y="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49D194-3C42-476D-8D1F-EA5D26D7CD77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D323055-8036-4314-BF9E-8211CDF0F171}">
      <dgm:prSet/>
      <dgm:spPr/>
      <dgm:t>
        <a:bodyPr/>
        <a:lstStyle/>
        <a:p>
          <a:r>
            <a:rPr lang="en-US"/>
            <a:t>• Predict high-risk (default) vs low-risk orders</a:t>
          </a:r>
        </a:p>
      </dgm:t>
    </dgm:pt>
    <dgm:pt modelId="{62AC384D-30ED-424B-9BEC-18A903052783}" type="parTrans" cxnId="{1FC64ABF-6015-4786-B1D8-92810D02CBE0}">
      <dgm:prSet/>
      <dgm:spPr/>
      <dgm:t>
        <a:bodyPr/>
        <a:lstStyle/>
        <a:p>
          <a:endParaRPr lang="en-US"/>
        </a:p>
      </dgm:t>
    </dgm:pt>
    <dgm:pt modelId="{307792A3-720D-4B2B-8D58-E4A4D6AE4B1A}" type="sibTrans" cxnId="{1FC64ABF-6015-4786-B1D8-92810D02CBE0}">
      <dgm:prSet/>
      <dgm:spPr/>
      <dgm:t>
        <a:bodyPr/>
        <a:lstStyle/>
        <a:p>
          <a:endParaRPr lang="en-US"/>
        </a:p>
      </dgm:t>
    </dgm:pt>
    <dgm:pt modelId="{9792236F-2498-4300-8D68-2B291B417BD7}">
      <dgm:prSet/>
      <dgm:spPr/>
      <dgm:t>
        <a:bodyPr/>
        <a:lstStyle/>
        <a:p>
          <a:r>
            <a:rPr lang="en-US"/>
            <a:t>• Financial loss if high-risk orders are accepted</a:t>
          </a:r>
        </a:p>
      </dgm:t>
    </dgm:pt>
    <dgm:pt modelId="{85025E04-E97A-4DF8-B8F6-8A85DA06D11B}" type="parTrans" cxnId="{3FD7EEFA-18AB-42BE-8C5A-0B85ADD8E151}">
      <dgm:prSet/>
      <dgm:spPr/>
      <dgm:t>
        <a:bodyPr/>
        <a:lstStyle/>
        <a:p>
          <a:endParaRPr lang="en-US"/>
        </a:p>
      </dgm:t>
    </dgm:pt>
    <dgm:pt modelId="{49238311-B08C-4E35-981F-C411F948038B}" type="sibTrans" cxnId="{3FD7EEFA-18AB-42BE-8C5A-0B85ADD8E151}">
      <dgm:prSet/>
      <dgm:spPr/>
      <dgm:t>
        <a:bodyPr/>
        <a:lstStyle/>
        <a:p>
          <a:endParaRPr lang="en-US"/>
        </a:p>
      </dgm:t>
    </dgm:pt>
    <dgm:pt modelId="{F17A01C6-7B35-49FC-9398-762137383ECE}">
      <dgm:prSet/>
      <dgm:spPr/>
      <dgm:t>
        <a:bodyPr/>
        <a:lstStyle/>
        <a:p>
          <a:r>
            <a:rPr lang="en-US"/>
            <a:t>• Revenue loss if good customers are rejected</a:t>
          </a:r>
        </a:p>
      </dgm:t>
    </dgm:pt>
    <dgm:pt modelId="{8D85162D-E86F-4B24-BBA4-D14EF53BE792}" type="parTrans" cxnId="{68D567BF-8E74-4D4A-95F4-EA49C1EC2690}">
      <dgm:prSet/>
      <dgm:spPr/>
      <dgm:t>
        <a:bodyPr/>
        <a:lstStyle/>
        <a:p>
          <a:endParaRPr lang="en-US"/>
        </a:p>
      </dgm:t>
    </dgm:pt>
    <dgm:pt modelId="{59E7A435-D75F-4078-882B-9EC7A5D79A72}" type="sibTrans" cxnId="{68D567BF-8E74-4D4A-95F4-EA49C1EC2690}">
      <dgm:prSet/>
      <dgm:spPr/>
      <dgm:t>
        <a:bodyPr/>
        <a:lstStyle/>
        <a:p>
          <a:endParaRPr lang="en-US"/>
        </a:p>
      </dgm:t>
    </dgm:pt>
    <dgm:pt modelId="{144AFD36-6C2C-4494-86E8-9A35379F8F48}" type="pres">
      <dgm:prSet presAssocID="{8349D194-3C42-476D-8D1F-EA5D26D7CD77}" presName="linear" presStyleCnt="0">
        <dgm:presLayoutVars>
          <dgm:animLvl val="lvl"/>
          <dgm:resizeHandles val="exact"/>
        </dgm:presLayoutVars>
      </dgm:prSet>
      <dgm:spPr/>
    </dgm:pt>
    <dgm:pt modelId="{8546F9A5-2DD6-4E47-9418-F763DBA1796F}" type="pres">
      <dgm:prSet presAssocID="{CD323055-8036-4314-BF9E-8211CDF0F17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C3169B1-46E2-4BBE-8439-CFD99E39BAC5}" type="pres">
      <dgm:prSet presAssocID="{307792A3-720D-4B2B-8D58-E4A4D6AE4B1A}" presName="spacer" presStyleCnt="0"/>
      <dgm:spPr/>
    </dgm:pt>
    <dgm:pt modelId="{BB04D1B8-6425-4FAB-AFEE-D57BAE05161C}" type="pres">
      <dgm:prSet presAssocID="{9792236F-2498-4300-8D68-2B291B417BD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6CE4D0F-10D1-4C7D-9547-39C234E500B4}" type="pres">
      <dgm:prSet presAssocID="{49238311-B08C-4E35-981F-C411F948038B}" presName="spacer" presStyleCnt="0"/>
      <dgm:spPr/>
    </dgm:pt>
    <dgm:pt modelId="{01553D44-00EB-4F9D-94F8-A641712548EB}" type="pres">
      <dgm:prSet presAssocID="{F17A01C6-7B35-49FC-9398-762137383EC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51C4C11-8A64-433C-BE19-DBA3E63102AC}" type="presOf" srcId="{F17A01C6-7B35-49FC-9398-762137383ECE}" destId="{01553D44-00EB-4F9D-94F8-A641712548EB}" srcOrd="0" destOrd="0" presId="urn:microsoft.com/office/officeart/2005/8/layout/vList2"/>
    <dgm:cxn modelId="{1C4C046E-D608-4504-8DF7-03E8E343BFDD}" type="presOf" srcId="{8349D194-3C42-476D-8D1F-EA5D26D7CD77}" destId="{144AFD36-6C2C-4494-86E8-9A35379F8F48}" srcOrd="0" destOrd="0" presId="urn:microsoft.com/office/officeart/2005/8/layout/vList2"/>
    <dgm:cxn modelId="{F231168D-0E49-4C35-88C9-F67F25B63B20}" type="presOf" srcId="{CD323055-8036-4314-BF9E-8211CDF0F171}" destId="{8546F9A5-2DD6-4E47-9418-F763DBA1796F}" srcOrd="0" destOrd="0" presId="urn:microsoft.com/office/officeart/2005/8/layout/vList2"/>
    <dgm:cxn modelId="{201FCFB8-6D52-40DC-92B8-44A2B0D77ACD}" type="presOf" srcId="{9792236F-2498-4300-8D68-2B291B417BD7}" destId="{BB04D1B8-6425-4FAB-AFEE-D57BAE05161C}" srcOrd="0" destOrd="0" presId="urn:microsoft.com/office/officeart/2005/8/layout/vList2"/>
    <dgm:cxn modelId="{68D567BF-8E74-4D4A-95F4-EA49C1EC2690}" srcId="{8349D194-3C42-476D-8D1F-EA5D26D7CD77}" destId="{F17A01C6-7B35-49FC-9398-762137383ECE}" srcOrd="2" destOrd="0" parTransId="{8D85162D-E86F-4B24-BBA4-D14EF53BE792}" sibTransId="{59E7A435-D75F-4078-882B-9EC7A5D79A72}"/>
    <dgm:cxn modelId="{1FC64ABF-6015-4786-B1D8-92810D02CBE0}" srcId="{8349D194-3C42-476D-8D1F-EA5D26D7CD77}" destId="{CD323055-8036-4314-BF9E-8211CDF0F171}" srcOrd="0" destOrd="0" parTransId="{62AC384D-30ED-424B-9BEC-18A903052783}" sibTransId="{307792A3-720D-4B2B-8D58-E4A4D6AE4B1A}"/>
    <dgm:cxn modelId="{3FD7EEFA-18AB-42BE-8C5A-0B85ADD8E151}" srcId="{8349D194-3C42-476D-8D1F-EA5D26D7CD77}" destId="{9792236F-2498-4300-8D68-2B291B417BD7}" srcOrd="1" destOrd="0" parTransId="{85025E04-E97A-4DF8-B8F6-8A85DA06D11B}" sibTransId="{49238311-B08C-4E35-981F-C411F948038B}"/>
    <dgm:cxn modelId="{676607C6-991E-4F80-98B4-B2B6843818B1}" type="presParOf" srcId="{144AFD36-6C2C-4494-86E8-9A35379F8F48}" destId="{8546F9A5-2DD6-4E47-9418-F763DBA1796F}" srcOrd="0" destOrd="0" presId="urn:microsoft.com/office/officeart/2005/8/layout/vList2"/>
    <dgm:cxn modelId="{D9480592-4C23-4F4E-892B-69C6D0A08C56}" type="presParOf" srcId="{144AFD36-6C2C-4494-86E8-9A35379F8F48}" destId="{BC3169B1-46E2-4BBE-8439-CFD99E39BAC5}" srcOrd="1" destOrd="0" presId="urn:microsoft.com/office/officeart/2005/8/layout/vList2"/>
    <dgm:cxn modelId="{7EA3B08B-0C35-4487-B7D8-9568CF2100CB}" type="presParOf" srcId="{144AFD36-6C2C-4494-86E8-9A35379F8F48}" destId="{BB04D1B8-6425-4FAB-AFEE-D57BAE05161C}" srcOrd="2" destOrd="0" presId="urn:microsoft.com/office/officeart/2005/8/layout/vList2"/>
    <dgm:cxn modelId="{67EBF3DD-4B88-4A47-8434-86A2A8E0712E}" type="presParOf" srcId="{144AFD36-6C2C-4494-86E8-9A35379F8F48}" destId="{26CE4D0F-10D1-4C7D-9547-39C234E500B4}" srcOrd="3" destOrd="0" presId="urn:microsoft.com/office/officeart/2005/8/layout/vList2"/>
    <dgm:cxn modelId="{444489A3-0E2B-4975-9C39-0A4650A31523}" type="presParOf" srcId="{144AFD36-6C2C-4494-86E8-9A35379F8F48}" destId="{01553D44-00EB-4F9D-94F8-A641712548E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D774BD-1724-4295-80B5-9FF0B27D78C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C59E731-3432-4447-AC80-5CAA16095C3B}">
      <dgm:prSet/>
      <dgm:spPr/>
      <dgm:t>
        <a:bodyPr/>
        <a:lstStyle/>
        <a:p>
          <a:pPr>
            <a:defRPr cap="all"/>
          </a:pPr>
          <a:r>
            <a:rPr lang="en-US"/>
            <a:t>• Build a classification model</a:t>
          </a:r>
        </a:p>
      </dgm:t>
    </dgm:pt>
    <dgm:pt modelId="{328758B4-7B26-4A7F-A4FA-BDF453E40A6C}" type="parTrans" cxnId="{5A73F448-6AD5-4D6F-8AEC-5D6B24E3016F}">
      <dgm:prSet/>
      <dgm:spPr/>
      <dgm:t>
        <a:bodyPr/>
        <a:lstStyle/>
        <a:p>
          <a:endParaRPr lang="en-US"/>
        </a:p>
      </dgm:t>
    </dgm:pt>
    <dgm:pt modelId="{2465393D-85E0-4A3E-B237-1A6EEAECCB58}" type="sibTrans" cxnId="{5A73F448-6AD5-4D6F-8AEC-5D6B24E3016F}">
      <dgm:prSet/>
      <dgm:spPr/>
      <dgm:t>
        <a:bodyPr/>
        <a:lstStyle/>
        <a:p>
          <a:endParaRPr lang="en-US"/>
        </a:p>
      </dgm:t>
    </dgm:pt>
    <dgm:pt modelId="{B09C303E-25CC-4285-91A8-87066B913664}">
      <dgm:prSet/>
      <dgm:spPr/>
      <dgm:t>
        <a:bodyPr/>
        <a:lstStyle/>
        <a:p>
          <a:pPr>
            <a:defRPr cap="all"/>
          </a:pPr>
          <a:r>
            <a:rPr lang="en-US"/>
            <a:t>• Focus on detecting high-risk orders</a:t>
          </a:r>
        </a:p>
      </dgm:t>
    </dgm:pt>
    <dgm:pt modelId="{87A55B31-BD9C-4AB0-9663-70A08A53964E}" type="parTrans" cxnId="{750EFE2B-F4EF-4656-9391-C1C7BEEF18A4}">
      <dgm:prSet/>
      <dgm:spPr/>
      <dgm:t>
        <a:bodyPr/>
        <a:lstStyle/>
        <a:p>
          <a:endParaRPr lang="en-US"/>
        </a:p>
      </dgm:t>
    </dgm:pt>
    <dgm:pt modelId="{13A4F0B6-E7CD-4F71-B279-05FC94357E20}" type="sibTrans" cxnId="{750EFE2B-F4EF-4656-9391-C1C7BEEF18A4}">
      <dgm:prSet/>
      <dgm:spPr/>
      <dgm:t>
        <a:bodyPr/>
        <a:lstStyle/>
        <a:p>
          <a:endParaRPr lang="en-US"/>
        </a:p>
      </dgm:t>
    </dgm:pt>
    <dgm:pt modelId="{A2F3AAC4-735E-47F7-B53B-C4406D6944E7}">
      <dgm:prSet/>
      <dgm:spPr/>
      <dgm:t>
        <a:bodyPr/>
        <a:lstStyle/>
        <a:p>
          <a:pPr>
            <a:defRPr cap="all"/>
          </a:pPr>
          <a:r>
            <a:rPr lang="en-US"/>
            <a:t>• Target: F1-score = 70% for high-risk class</a:t>
          </a:r>
        </a:p>
      </dgm:t>
    </dgm:pt>
    <dgm:pt modelId="{62AB45F5-5460-40D2-A221-F4E62D1BB093}" type="parTrans" cxnId="{2B5FD2C2-7818-4756-B55F-9682B070FA5D}">
      <dgm:prSet/>
      <dgm:spPr/>
      <dgm:t>
        <a:bodyPr/>
        <a:lstStyle/>
        <a:p>
          <a:endParaRPr lang="en-US"/>
        </a:p>
      </dgm:t>
    </dgm:pt>
    <dgm:pt modelId="{7EAF57D6-2E51-457E-B7BB-27B26481B0B7}" type="sibTrans" cxnId="{2B5FD2C2-7818-4756-B55F-9682B070FA5D}">
      <dgm:prSet/>
      <dgm:spPr/>
      <dgm:t>
        <a:bodyPr/>
        <a:lstStyle/>
        <a:p>
          <a:endParaRPr lang="en-US"/>
        </a:p>
      </dgm:t>
    </dgm:pt>
    <dgm:pt modelId="{3B264176-38BB-4660-91E1-5E99A2CD1367}" type="pres">
      <dgm:prSet presAssocID="{28D774BD-1724-4295-80B5-9FF0B27D78CA}" presName="root" presStyleCnt="0">
        <dgm:presLayoutVars>
          <dgm:dir/>
          <dgm:resizeHandles val="exact"/>
        </dgm:presLayoutVars>
      </dgm:prSet>
      <dgm:spPr/>
    </dgm:pt>
    <dgm:pt modelId="{D81E4AE7-8B1C-4307-B4B7-EC952D136B9D}" type="pres">
      <dgm:prSet presAssocID="{7C59E731-3432-4447-AC80-5CAA16095C3B}" presName="compNode" presStyleCnt="0"/>
      <dgm:spPr/>
    </dgm:pt>
    <dgm:pt modelId="{7F283AAB-A64F-4217-AF66-1CE9EAC22F5A}" type="pres">
      <dgm:prSet presAssocID="{7C59E731-3432-4447-AC80-5CAA16095C3B}" presName="iconBgRect" presStyleLbl="bgShp" presStyleIdx="0" presStyleCnt="3"/>
      <dgm:spPr/>
    </dgm:pt>
    <dgm:pt modelId="{9C39C561-0F40-451D-8C2B-A1B5D0EC0B4B}" type="pres">
      <dgm:prSet presAssocID="{7C59E731-3432-4447-AC80-5CAA16095C3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FCA15E2-25B6-479B-9FFE-FB2FEBD9942E}" type="pres">
      <dgm:prSet presAssocID="{7C59E731-3432-4447-AC80-5CAA16095C3B}" presName="spaceRect" presStyleCnt="0"/>
      <dgm:spPr/>
    </dgm:pt>
    <dgm:pt modelId="{6F03218C-EFF5-4A66-B095-C34EC311FADA}" type="pres">
      <dgm:prSet presAssocID="{7C59E731-3432-4447-AC80-5CAA16095C3B}" presName="textRect" presStyleLbl="revTx" presStyleIdx="0" presStyleCnt="3">
        <dgm:presLayoutVars>
          <dgm:chMax val="1"/>
          <dgm:chPref val="1"/>
        </dgm:presLayoutVars>
      </dgm:prSet>
      <dgm:spPr/>
    </dgm:pt>
    <dgm:pt modelId="{90583EDE-F467-46CE-9A4A-565C2A2BC4C8}" type="pres">
      <dgm:prSet presAssocID="{2465393D-85E0-4A3E-B237-1A6EEAECCB58}" presName="sibTrans" presStyleCnt="0"/>
      <dgm:spPr/>
    </dgm:pt>
    <dgm:pt modelId="{502E7D0B-6CA2-4892-AF61-AE3662D1D5C7}" type="pres">
      <dgm:prSet presAssocID="{B09C303E-25CC-4285-91A8-87066B913664}" presName="compNode" presStyleCnt="0"/>
      <dgm:spPr/>
    </dgm:pt>
    <dgm:pt modelId="{264C212F-7966-45F2-95C0-410A2D1779A8}" type="pres">
      <dgm:prSet presAssocID="{B09C303E-25CC-4285-91A8-87066B913664}" presName="iconBgRect" presStyleLbl="bgShp" presStyleIdx="1" presStyleCnt="3"/>
      <dgm:spPr/>
    </dgm:pt>
    <dgm:pt modelId="{7D7DD7B7-2EB8-4F13-ABDC-7351633D5E5B}" type="pres">
      <dgm:prSet presAssocID="{B09C303E-25CC-4285-91A8-87066B91366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2910CC2-FA90-4072-856F-BBCBAE091354}" type="pres">
      <dgm:prSet presAssocID="{B09C303E-25CC-4285-91A8-87066B913664}" presName="spaceRect" presStyleCnt="0"/>
      <dgm:spPr/>
    </dgm:pt>
    <dgm:pt modelId="{BDD4C3C9-226E-4F7F-97F3-48BBB2302ED5}" type="pres">
      <dgm:prSet presAssocID="{B09C303E-25CC-4285-91A8-87066B913664}" presName="textRect" presStyleLbl="revTx" presStyleIdx="1" presStyleCnt="3">
        <dgm:presLayoutVars>
          <dgm:chMax val="1"/>
          <dgm:chPref val="1"/>
        </dgm:presLayoutVars>
      </dgm:prSet>
      <dgm:spPr/>
    </dgm:pt>
    <dgm:pt modelId="{11C7A8BA-5BAB-4CB9-9B2A-7F2CCDC1E6C6}" type="pres">
      <dgm:prSet presAssocID="{13A4F0B6-E7CD-4F71-B279-05FC94357E20}" presName="sibTrans" presStyleCnt="0"/>
      <dgm:spPr/>
    </dgm:pt>
    <dgm:pt modelId="{2DACF0A6-3BEF-42CB-A7F2-DBF27B510F5F}" type="pres">
      <dgm:prSet presAssocID="{A2F3AAC4-735E-47F7-B53B-C4406D6944E7}" presName="compNode" presStyleCnt="0"/>
      <dgm:spPr/>
    </dgm:pt>
    <dgm:pt modelId="{6F53949F-E9AB-48A4-805F-67432D387EFF}" type="pres">
      <dgm:prSet presAssocID="{A2F3AAC4-735E-47F7-B53B-C4406D6944E7}" presName="iconBgRect" presStyleLbl="bgShp" presStyleIdx="2" presStyleCnt="3"/>
      <dgm:spPr/>
    </dgm:pt>
    <dgm:pt modelId="{C42D35E1-2FF6-4B70-BEC6-C525AADD8D3B}" type="pres">
      <dgm:prSet presAssocID="{A2F3AAC4-735E-47F7-B53B-C4406D6944E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561C3589-8A6E-4F08-B2EF-2A9BA01F651A}" type="pres">
      <dgm:prSet presAssocID="{A2F3AAC4-735E-47F7-B53B-C4406D6944E7}" presName="spaceRect" presStyleCnt="0"/>
      <dgm:spPr/>
    </dgm:pt>
    <dgm:pt modelId="{D6E8D596-2FE9-4EBF-871C-37B01DA6C774}" type="pres">
      <dgm:prSet presAssocID="{A2F3AAC4-735E-47F7-B53B-C4406D6944E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50EFE2B-F4EF-4656-9391-C1C7BEEF18A4}" srcId="{28D774BD-1724-4295-80B5-9FF0B27D78CA}" destId="{B09C303E-25CC-4285-91A8-87066B913664}" srcOrd="1" destOrd="0" parTransId="{87A55B31-BD9C-4AB0-9663-70A08A53964E}" sibTransId="{13A4F0B6-E7CD-4F71-B279-05FC94357E20}"/>
    <dgm:cxn modelId="{5A73F448-6AD5-4D6F-8AEC-5D6B24E3016F}" srcId="{28D774BD-1724-4295-80B5-9FF0B27D78CA}" destId="{7C59E731-3432-4447-AC80-5CAA16095C3B}" srcOrd="0" destOrd="0" parTransId="{328758B4-7B26-4A7F-A4FA-BDF453E40A6C}" sibTransId="{2465393D-85E0-4A3E-B237-1A6EEAECCB58}"/>
    <dgm:cxn modelId="{B349026D-FB6B-4890-BC68-678E8004838C}" type="presOf" srcId="{A2F3AAC4-735E-47F7-B53B-C4406D6944E7}" destId="{D6E8D596-2FE9-4EBF-871C-37B01DA6C774}" srcOrd="0" destOrd="0" presId="urn:microsoft.com/office/officeart/2018/5/layout/IconCircleLabelList"/>
    <dgm:cxn modelId="{DE1466AE-83F5-44DE-8179-FEEF41BEC992}" type="presOf" srcId="{28D774BD-1724-4295-80B5-9FF0B27D78CA}" destId="{3B264176-38BB-4660-91E1-5E99A2CD1367}" srcOrd="0" destOrd="0" presId="urn:microsoft.com/office/officeart/2018/5/layout/IconCircleLabelList"/>
    <dgm:cxn modelId="{C0F877BF-7163-4C00-B4DC-C5DC0F6D6FB8}" type="presOf" srcId="{7C59E731-3432-4447-AC80-5CAA16095C3B}" destId="{6F03218C-EFF5-4A66-B095-C34EC311FADA}" srcOrd="0" destOrd="0" presId="urn:microsoft.com/office/officeart/2018/5/layout/IconCircleLabelList"/>
    <dgm:cxn modelId="{2B5FD2C2-7818-4756-B55F-9682B070FA5D}" srcId="{28D774BD-1724-4295-80B5-9FF0B27D78CA}" destId="{A2F3AAC4-735E-47F7-B53B-C4406D6944E7}" srcOrd="2" destOrd="0" parTransId="{62AB45F5-5460-40D2-A221-F4E62D1BB093}" sibTransId="{7EAF57D6-2E51-457E-B7BB-27B26481B0B7}"/>
    <dgm:cxn modelId="{46607FE5-3104-431A-8B94-B50C85CCDB8A}" type="presOf" srcId="{B09C303E-25CC-4285-91A8-87066B913664}" destId="{BDD4C3C9-226E-4F7F-97F3-48BBB2302ED5}" srcOrd="0" destOrd="0" presId="urn:microsoft.com/office/officeart/2018/5/layout/IconCircleLabelList"/>
    <dgm:cxn modelId="{2107C24E-1975-4CBB-A97D-E8B88C9D6B7F}" type="presParOf" srcId="{3B264176-38BB-4660-91E1-5E99A2CD1367}" destId="{D81E4AE7-8B1C-4307-B4B7-EC952D136B9D}" srcOrd="0" destOrd="0" presId="urn:microsoft.com/office/officeart/2018/5/layout/IconCircleLabelList"/>
    <dgm:cxn modelId="{A75A247C-43DA-42F6-B2D7-79FD35E462FD}" type="presParOf" srcId="{D81E4AE7-8B1C-4307-B4B7-EC952D136B9D}" destId="{7F283AAB-A64F-4217-AF66-1CE9EAC22F5A}" srcOrd="0" destOrd="0" presId="urn:microsoft.com/office/officeart/2018/5/layout/IconCircleLabelList"/>
    <dgm:cxn modelId="{76025C0E-3645-479D-A720-13263FBD76E6}" type="presParOf" srcId="{D81E4AE7-8B1C-4307-B4B7-EC952D136B9D}" destId="{9C39C561-0F40-451D-8C2B-A1B5D0EC0B4B}" srcOrd="1" destOrd="0" presId="urn:microsoft.com/office/officeart/2018/5/layout/IconCircleLabelList"/>
    <dgm:cxn modelId="{5AF8F37E-AE17-4EC8-A405-1FE3A28F82F4}" type="presParOf" srcId="{D81E4AE7-8B1C-4307-B4B7-EC952D136B9D}" destId="{7FCA15E2-25B6-479B-9FFE-FB2FEBD9942E}" srcOrd="2" destOrd="0" presId="urn:microsoft.com/office/officeart/2018/5/layout/IconCircleLabelList"/>
    <dgm:cxn modelId="{9CC80020-1346-4BA1-AE17-B01C4A9C552B}" type="presParOf" srcId="{D81E4AE7-8B1C-4307-B4B7-EC952D136B9D}" destId="{6F03218C-EFF5-4A66-B095-C34EC311FADA}" srcOrd="3" destOrd="0" presId="urn:microsoft.com/office/officeart/2018/5/layout/IconCircleLabelList"/>
    <dgm:cxn modelId="{2A7E9411-75CC-4495-918F-2FEEA171C3BA}" type="presParOf" srcId="{3B264176-38BB-4660-91E1-5E99A2CD1367}" destId="{90583EDE-F467-46CE-9A4A-565C2A2BC4C8}" srcOrd="1" destOrd="0" presId="urn:microsoft.com/office/officeart/2018/5/layout/IconCircleLabelList"/>
    <dgm:cxn modelId="{296072A4-54A2-48AC-BE99-612468F0F032}" type="presParOf" srcId="{3B264176-38BB-4660-91E1-5E99A2CD1367}" destId="{502E7D0B-6CA2-4892-AF61-AE3662D1D5C7}" srcOrd="2" destOrd="0" presId="urn:microsoft.com/office/officeart/2018/5/layout/IconCircleLabelList"/>
    <dgm:cxn modelId="{E462906E-8E6F-4412-ABA8-2D6DBBA6E1B5}" type="presParOf" srcId="{502E7D0B-6CA2-4892-AF61-AE3662D1D5C7}" destId="{264C212F-7966-45F2-95C0-410A2D1779A8}" srcOrd="0" destOrd="0" presId="urn:microsoft.com/office/officeart/2018/5/layout/IconCircleLabelList"/>
    <dgm:cxn modelId="{06E86DDF-8A72-4D66-8B42-AAAA6F820EC1}" type="presParOf" srcId="{502E7D0B-6CA2-4892-AF61-AE3662D1D5C7}" destId="{7D7DD7B7-2EB8-4F13-ABDC-7351633D5E5B}" srcOrd="1" destOrd="0" presId="urn:microsoft.com/office/officeart/2018/5/layout/IconCircleLabelList"/>
    <dgm:cxn modelId="{B15C9A50-9BE7-462D-AE9E-E9ECB9A8129D}" type="presParOf" srcId="{502E7D0B-6CA2-4892-AF61-AE3662D1D5C7}" destId="{02910CC2-FA90-4072-856F-BBCBAE091354}" srcOrd="2" destOrd="0" presId="urn:microsoft.com/office/officeart/2018/5/layout/IconCircleLabelList"/>
    <dgm:cxn modelId="{4EB22049-38C4-4452-B455-435432F89E58}" type="presParOf" srcId="{502E7D0B-6CA2-4892-AF61-AE3662D1D5C7}" destId="{BDD4C3C9-226E-4F7F-97F3-48BBB2302ED5}" srcOrd="3" destOrd="0" presId="urn:microsoft.com/office/officeart/2018/5/layout/IconCircleLabelList"/>
    <dgm:cxn modelId="{47A2EB64-CAC9-4195-AD2D-8F047525389E}" type="presParOf" srcId="{3B264176-38BB-4660-91E1-5E99A2CD1367}" destId="{11C7A8BA-5BAB-4CB9-9B2A-7F2CCDC1E6C6}" srcOrd="3" destOrd="0" presId="urn:microsoft.com/office/officeart/2018/5/layout/IconCircleLabelList"/>
    <dgm:cxn modelId="{171D44AA-73CF-4192-BFD0-E162FD34D715}" type="presParOf" srcId="{3B264176-38BB-4660-91E1-5E99A2CD1367}" destId="{2DACF0A6-3BEF-42CB-A7F2-DBF27B510F5F}" srcOrd="4" destOrd="0" presId="urn:microsoft.com/office/officeart/2018/5/layout/IconCircleLabelList"/>
    <dgm:cxn modelId="{C54F6E02-9618-4544-936E-163E8334E17F}" type="presParOf" srcId="{2DACF0A6-3BEF-42CB-A7F2-DBF27B510F5F}" destId="{6F53949F-E9AB-48A4-805F-67432D387EFF}" srcOrd="0" destOrd="0" presId="urn:microsoft.com/office/officeart/2018/5/layout/IconCircleLabelList"/>
    <dgm:cxn modelId="{D50970C6-D76A-4047-8EE9-2C49F3BAA62F}" type="presParOf" srcId="{2DACF0A6-3BEF-42CB-A7F2-DBF27B510F5F}" destId="{C42D35E1-2FF6-4B70-BEC6-C525AADD8D3B}" srcOrd="1" destOrd="0" presId="urn:microsoft.com/office/officeart/2018/5/layout/IconCircleLabelList"/>
    <dgm:cxn modelId="{388DE5A2-4C6E-449E-8800-979C049AD769}" type="presParOf" srcId="{2DACF0A6-3BEF-42CB-A7F2-DBF27B510F5F}" destId="{561C3589-8A6E-4F08-B2EF-2A9BA01F651A}" srcOrd="2" destOrd="0" presId="urn:microsoft.com/office/officeart/2018/5/layout/IconCircleLabelList"/>
    <dgm:cxn modelId="{A67FCE93-55FD-45FF-886B-607EA6F92916}" type="presParOf" srcId="{2DACF0A6-3BEF-42CB-A7F2-DBF27B510F5F}" destId="{D6E8D596-2FE9-4EBF-871C-37B01DA6C77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C8824C-4C26-47DA-A3D0-41D7EE266FAB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16A68DD-147F-47EE-B4DB-7F3725A75667}">
      <dgm:prSet/>
      <dgm:spPr/>
      <dgm:t>
        <a:bodyPr/>
        <a:lstStyle/>
        <a:p>
          <a:r>
            <a:rPr lang="en-US"/>
            <a:t>• 30,000 orders, 44 features</a:t>
          </a:r>
        </a:p>
      </dgm:t>
    </dgm:pt>
    <dgm:pt modelId="{B4E4536A-2932-4E5E-A527-91BEFF2C9C8E}" type="parTrans" cxnId="{5CCD5A24-9AC0-4068-83A8-F6B23735E86D}">
      <dgm:prSet/>
      <dgm:spPr/>
      <dgm:t>
        <a:bodyPr/>
        <a:lstStyle/>
        <a:p>
          <a:endParaRPr lang="en-US"/>
        </a:p>
      </dgm:t>
    </dgm:pt>
    <dgm:pt modelId="{635C72FB-D982-4CB9-9BCE-7E2FC0389D30}" type="sibTrans" cxnId="{5CCD5A24-9AC0-4068-83A8-F6B23735E86D}">
      <dgm:prSet/>
      <dgm:spPr/>
      <dgm:t>
        <a:bodyPr/>
        <a:lstStyle/>
        <a:p>
          <a:endParaRPr lang="en-US"/>
        </a:p>
      </dgm:t>
    </dgm:pt>
    <dgm:pt modelId="{CC8B74C3-4D4D-48F6-9981-0F7CDCC2CF2F}">
      <dgm:prSet/>
      <dgm:spPr/>
      <dgm:t>
        <a:bodyPr/>
        <a:lstStyle/>
        <a:p>
          <a:r>
            <a:rPr lang="en-US"/>
            <a:t>• Highly imbalanced dataset</a:t>
          </a:r>
        </a:p>
      </dgm:t>
    </dgm:pt>
    <dgm:pt modelId="{7F472991-680C-44CB-888D-4326B34722CE}" type="parTrans" cxnId="{066227E1-BB16-4A8C-BC0C-522A818742FB}">
      <dgm:prSet/>
      <dgm:spPr/>
      <dgm:t>
        <a:bodyPr/>
        <a:lstStyle/>
        <a:p>
          <a:endParaRPr lang="en-US"/>
        </a:p>
      </dgm:t>
    </dgm:pt>
    <dgm:pt modelId="{C731B836-7048-4BB1-BB67-C625711961E9}" type="sibTrans" cxnId="{066227E1-BB16-4A8C-BC0C-522A818742FB}">
      <dgm:prSet/>
      <dgm:spPr/>
      <dgm:t>
        <a:bodyPr/>
        <a:lstStyle/>
        <a:p>
          <a:endParaRPr lang="en-US"/>
        </a:p>
      </dgm:t>
    </dgm:pt>
    <dgm:pt modelId="{65EB4038-BC4B-40A4-B8F5-4784691D2D01}">
      <dgm:prSet/>
      <dgm:spPr/>
      <dgm:t>
        <a:bodyPr/>
        <a:lstStyle/>
        <a:p>
          <a:r>
            <a:rPr lang="en-US"/>
            <a:t>• Only ~5.8% high-risk cases</a:t>
          </a:r>
        </a:p>
      </dgm:t>
    </dgm:pt>
    <dgm:pt modelId="{30AE0341-4CA1-445A-89C6-3F3148262A2D}" type="parTrans" cxnId="{2A610409-AB11-4626-BE22-C8F2D058A41A}">
      <dgm:prSet/>
      <dgm:spPr/>
      <dgm:t>
        <a:bodyPr/>
        <a:lstStyle/>
        <a:p>
          <a:endParaRPr lang="en-US"/>
        </a:p>
      </dgm:t>
    </dgm:pt>
    <dgm:pt modelId="{4353F898-BE93-4E8A-B077-F9D3AAB7696F}" type="sibTrans" cxnId="{2A610409-AB11-4626-BE22-C8F2D058A41A}">
      <dgm:prSet/>
      <dgm:spPr/>
      <dgm:t>
        <a:bodyPr/>
        <a:lstStyle/>
        <a:p>
          <a:endParaRPr lang="en-US"/>
        </a:p>
      </dgm:t>
    </dgm:pt>
    <dgm:pt modelId="{5C5CB047-30A6-4313-AA0A-087A41D44A5F}" type="pres">
      <dgm:prSet presAssocID="{97C8824C-4C26-47DA-A3D0-41D7EE266FAB}" presName="diagram" presStyleCnt="0">
        <dgm:presLayoutVars>
          <dgm:dir/>
          <dgm:resizeHandles val="exact"/>
        </dgm:presLayoutVars>
      </dgm:prSet>
      <dgm:spPr/>
    </dgm:pt>
    <dgm:pt modelId="{078067D3-7727-4092-B346-AE090B396C96}" type="pres">
      <dgm:prSet presAssocID="{216A68DD-147F-47EE-B4DB-7F3725A75667}" presName="node" presStyleLbl="node1" presStyleIdx="0" presStyleCnt="3">
        <dgm:presLayoutVars>
          <dgm:bulletEnabled val="1"/>
        </dgm:presLayoutVars>
      </dgm:prSet>
      <dgm:spPr/>
    </dgm:pt>
    <dgm:pt modelId="{6DC14A48-88DA-4DC4-83C9-9E3F616185C9}" type="pres">
      <dgm:prSet presAssocID="{635C72FB-D982-4CB9-9BCE-7E2FC0389D30}" presName="sibTrans" presStyleCnt="0"/>
      <dgm:spPr/>
    </dgm:pt>
    <dgm:pt modelId="{2158E2AB-555D-4E05-BAB3-8E2A3DB35174}" type="pres">
      <dgm:prSet presAssocID="{CC8B74C3-4D4D-48F6-9981-0F7CDCC2CF2F}" presName="node" presStyleLbl="node1" presStyleIdx="1" presStyleCnt="3">
        <dgm:presLayoutVars>
          <dgm:bulletEnabled val="1"/>
        </dgm:presLayoutVars>
      </dgm:prSet>
      <dgm:spPr/>
    </dgm:pt>
    <dgm:pt modelId="{EAA65C64-ADE6-4376-B9F6-D70A38EB75D3}" type="pres">
      <dgm:prSet presAssocID="{C731B836-7048-4BB1-BB67-C625711961E9}" presName="sibTrans" presStyleCnt="0"/>
      <dgm:spPr/>
    </dgm:pt>
    <dgm:pt modelId="{8352F2F9-6B40-42C9-94BD-4D98EE7CCDB6}" type="pres">
      <dgm:prSet presAssocID="{65EB4038-BC4B-40A4-B8F5-4784691D2D01}" presName="node" presStyleLbl="node1" presStyleIdx="2" presStyleCnt="3">
        <dgm:presLayoutVars>
          <dgm:bulletEnabled val="1"/>
        </dgm:presLayoutVars>
      </dgm:prSet>
      <dgm:spPr/>
    </dgm:pt>
  </dgm:ptLst>
  <dgm:cxnLst>
    <dgm:cxn modelId="{2A610409-AB11-4626-BE22-C8F2D058A41A}" srcId="{97C8824C-4C26-47DA-A3D0-41D7EE266FAB}" destId="{65EB4038-BC4B-40A4-B8F5-4784691D2D01}" srcOrd="2" destOrd="0" parTransId="{30AE0341-4CA1-445A-89C6-3F3148262A2D}" sibTransId="{4353F898-BE93-4E8A-B077-F9D3AAB7696F}"/>
    <dgm:cxn modelId="{5CCD5A24-9AC0-4068-83A8-F6B23735E86D}" srcId="{97C8824C-4C26-47DA-A3D0-41D7EE266FAB}" destId="{216A68DD-147F-47EE-B4DB-7F3725A75667}" srcOrd="0" destOrd="0" parTransId="{B4E4536A-2932-4E5E-A527-91BEFF2C9C8E}" sibTransId="{635C72FB-D982-4CB9-9BCE-7E2FC0389D30}"/>
    <dgm:cxn modelId="{47035975-AE09-4CC7-9BE1-3DD042191D2D}" type="presOf" srcId="{CC8B74C3-4D4D-48F6-9981-0F7CDCC2CF2F}" destId="{2158E2AB-555D-4E05-BAB3-8E2A3DB35174}" srcOrd="0" destOrd="0" presId="urn:microsoft.com/office/officeart/2005/8/layout/default"/>
    <dgm:cxn modelId="{FF545090-91FB-4E04-910B-6D3443F53EC6}" type="presOf" srcId="{97C8824C-4C26-47DA-A3D0-41D7EE266FAB}" destId="{5C5CB047-30A6-4313-AA0A-087A41D44A5F}" srcOrd="0" destOrd="0" presId="urn:microsoft.com/office/officeart/2005/8/layout/default"/>
    <dgm:cxn modelId="{50F4CCB5-18C2-49D9-B199-D3D97B3791C2}" type="presOf" srcId="{216A68DD-147F-47EE-B4DB-7F3725A75667}" destId="{078067D3-7727-4092-B346-AE090B396C96}" srcOrd="0" destOrd="0" presId="urn:microsoft.com/office/officeart/2005/8/layout/default"/>
    <dgm:cxn modelId="{066227E1-BB16-4A8C-BC0C-522A818742FB}" srcId="{97C8824C-4C26-47DA-A3D0-41D7EE266FAB}" destId="{CC8B74C3-4D4D-48F6-9981-0F7CDCC2CF2F}" srcOrd="1" destOrd="0" parTransId="{7F472991-680C-44CB-888D-4326B34722CE}" sibTransId="{C731B836-7048-4BB1-BB67-C625711961E9}"/>
    <dgm:cxn modelId="{F3D778F2-0B9D-47DE-BB53-F86D7F9E512C}" type="presOf" srcId="{65EB4038-BC4B-40A4-B8F5-4784691D2D01}" destId="{8352F2F9-6B40-42C9-94BD-4D98EE7CCDB6}" srcOrd="0" destOrd="0" presId="urn:microsoft.com/office/officeart/2005/8/layout/default"/>
    <dgm:cxn modelId="{A7F4957B-63CF-4A3D-A1F0-F0B4DA317C0A}" type="presParOf" srcId="{5C5CB047-30A6-4313-AA0A-087A41D44A5F}" destId="{078067D3-7727-4092-B346-AE090B396C96}" srcOrd="0" destOrd="0" presId="urn:microsoft.com/office/officeart/2005/8/layout/default"/>
    <dgm:cxn modelId="{C8CFC559-B804-47E9-8B54-94F8AF7346CA}" type="presParOf" srcId="{5C5CB047-30A6-4313-AA0A-087A41D44A5F}" destId="{6DC14A48-88DA-4DC4-83C9-9E3F616185C9}" srcOrd="1" destOrd="0" presId="urn:microsoft.com/office/officeart/2005/8/layout/default"/>
    <dgm:cxn modelId="{CFFCF179-884B-4D62-AA57-4831E20444D6}" type="presParOf" srcId="{5C5CB047-30A6-4313-AA0A-087A41D44A5F}" destId="{2158E2AB-555D-4E05-BAB3-8E2A3DB35174}" srcOrd="2" destOrd="0" presId="urn:microsoft.com/office/officeart/2005/8/layout/default"/>
    <dgm:cxn modelId="{09352193-0DDA-4245-BDC6-BD460898A0B8}" type="presParOf" srcId="{5C5CB047-30A6-4313-AA0A-087A41D44A5F}" destId="{EAA65C64-ADE6-4376-B9F6-D70A38EB75D3}" srcOrd="3" destOrd="0" presId="urn:microsoft.com/office/officeart/2005/8/layout/default"/>
    <dgm:cxn modelId="{57D5F47E-5429-441F-B863-29C67B2800C5}" type="presParOf" srcId="{5C5CB047-30A6-4313-AA0A-087A41D44A5F}" destId="{8352F2F9-6B40-42C9-94BD-4D98EE7CCDB6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811EAEF-E7D0-4641-9D80-87429E43A6D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4FD2D6-7F79-4AD6-A394-562D1EC6F7B8}">
      <dgm:prSet/>
      <dgm:spPr/>
      <dgm:t>
        <a:bodyPr/>
        <a:lstStyle/>
        <a:p>
          <a:r>
            <a:rPr lang="en-US"/>
            <a:t>• Severe class imbalance</a:t>
          </a:r>
        </a:p>
      </dgm:t>
    </dgm:pt>
    <dgm:pt modelId="{EA00C177-FD90-4EA2-A553-C923AAAD24F3}" type="parTrans" cxnId="{8A334F4E-AD00-401A-9B48-4C724C8CA6C7}">
      <dgm:prSet/>
      <dgm:spPr/>
      <dgm:t>
        <a:bodyPr/>
        <a:lstStyle/>
        <a:p>
          <a:endParaRPr lang="en-US"/>
        </a:p>
      </dgm:t>
    </dgm:pt>
    <dgm:pt modelId="{0A8B1609-7F88-4933-BAFA-2357C7BEB03D}" type="sibTrans" cxnId="{8A334F4E-AD00-401A-9B48-4C724C8CA6C7}">
      <dgm:prSet/>
      <dgm:spPr/>
      <dgm:t>
        <a:bodyPr/>
        <a:lstStyle/>
        <a:p>
          <a:endParaRPr lang="en-US"/>
        </a:p>
      </dgm:t>
    </dgm:pt>
    <dgm:pt modelId="{D23125EC-AC0C-4701-A005-B2F449A57B9D}">
      <dgm:prSet/>
      <dgm:spPr/>
      <dgm:t>
        <a:bodyPr/>
        <a:lstStyle/>
        <a:p>
          <a:r>
            <a:rPr lang="en-US"/>
            <a:t>• Weak feature correlations</a:t>
          </a:r>
        </a:p>
      </dgm:t>
    </dgm:pt>
    <dgm:pt modelId="{CB2DCA12-190B-476D-81D2-226D00DF43B8}" type="parTrans" cxnId="{5DE0752E-EF70-43ED-A6DF-300FA0BD279B}">
      <dgm:prSet/>
      <dgm:spPr/>
      <dgm:t>
        <a:bodyPr/>
        <a:lstStyle/>
        <a:p>
          <a:endParaRPr lang="en-US"/>
        </a:p>
      </dgm:t>
    </dgm:pt>
    <dgm:pt modelId="{0BA24C48-3AE9-4D24-B6C3-EF772E6ECB8A}" type="sibTrans" cxnId="{5DE0752E-EF70-43ED-A6DF-300FA0BD279B}">
      <dgm:prSet/>
      <dgm:spPr/>
      <dgm:t>
        <a:bodyPr/>
        <a:lstStyle/>
        <a:p>
          <a:endParaRPr lang="en-US"/>
        </a:p>
      </dgm:t>
    </dgm:pt>
    <dgm:pt modelId="{F4D4CB24-55F2-46D3-A373-9997E3F0F039}">
      <dgm:prSet/>
      <dgm:spPr/>
      <dgm:t>
        <a:bodyPr/>
        <a:lstStyle/>
        <a:p>
          <a:r>
            <a:rPr lang="en-US"/>
            <a:t>• Difficult to separate classes</a:t>
          </a:r>
        </a:p>
      </dgm:t>
    </dgm:pt>
    <dgm:pt modelId="{2276F9B2-75D2-4F0A-8F16-F8A330E9A939}" type="parTrans" cxnId="{EA878003-63D8-4FB7-B455-B194944EB4CB}">
      <dgm:prSet/>
      <dgm:spPr/>
      <dgm:t>
        <a:bodyPr/>
        <a:lstStyle/>
        <a:p>
          <a:endParaRPr lang="en-US"/>
        </a:p>
      </dgm:t>
    </dgm:pt>
    <dgm:pt modelId="{2F32FA69-7600-4B76-8C0C-5B5898A6628D}" type="sibTrans" cxnId="{EA878003-63D8-4FB7-B455-B194944EB4CB}">
      <dgm:prSet/>
      <dgm:spPr/>
      <dgm:t>
        <a:bodyPr/>
        <a:lstStyle/>
        <a:p>
          <a:endParaRPr lang="en-US"/>
        </a:p>
      </dgm:t>
    </dgm:pt>
    <dgm:pt modelId="{8CF982BB-2712-4697-B797-73F9AFB69760}" type="pres">
      <dgm:prSet presAssocID="{1811EAEF-E7D0-4641-9D80-87429E43A6D3}" presName="linear" presStyleCnt="0">
        <dgm:presLayoutVars>
          <dgm:animLvl val="lvl"/>
          <dgm:resizeHandles val="exact"/>
        </dgm:presLayoutVars>
      </dgm:prSet>
      <dgm:spPr/>
    </dgm:pt>
    <dgm:pt modelId="{2C436CC2-3319-4FD3-AD19-BA10FC5B29EC}" type="pres">
      <dgm:prSet presAssocID="{D44FD2D6-7F79-4AD6-A394-562D1EC6F7B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F35AF7C-318C-4671-93A6-AFBCBDAC0044}" type="pres">
      <dgm:prSet presAssocID="{0A8B1609-7F88-4933-BAFA-2357C7BEB03D}" presName="spacer" presStyleCnt="0"/>
      <dgm:spPr/>
    </dgm:pt>
    <dgm:pt modelId="{E7C40ED9-8C43-4DB7-96B5-45138527AAED}" type="pres">
      <dgm:prSet presAssocID="{D23125EC-AC0C-4701-A005-B2F449A57B9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DF9FDE4-06AA-4AF3-813B-5FD47C433D99}" type="pres">
      <dgm:prSet presAssocID="{0BA24C48-3AE9-4D24-B6C3-EF772E6ECB8A}" presName="spacer" presStyleCnt="0"/>
      <dgm:spPr/>
    </dgm:pt>
    <dgm:pt modelId="{7C4050E8-982B-41AE-9ADC-0D5245B0B585}" type="pres">
      <dgm:prSet presAssocID="{F4D4CB24-55F2-46D3-A373-9997E3F0F03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A878003-63D8-4FB7-B455-B194944EB4CB}" srcId="{1811EAEF-E7D0-4641-9D80-87429E43A6D3}" destId="{F4D4CB24-55F2-46D3-A373-9997E3F0F039}" srcOrd="2" destOrd="0" parTransId="{2276F9B2-75D2-4F0A-8F16-F8A330E9A939}" sibTransId="{2F32FA69-7600-4B76-8C0C-5B5898A6628D}"/>
    <dgm:cxn modelId="{5DE0752E-EF70-43ED-A6DF-300FA0BD279B}" srcId="{1811EAEF-E7D0-4641-9D80-87429E43A6D3}" destId="{D23125EC-AC0C-4701-A005-B2F449A57B9D}" srcOrd="1" destOrd="0" parTransId="{CB2DCA12-190B-476D-81D2-226D00DF43B8}" sibTransId="{0BA24C48-3AE9-4D24-B6C3-EF772E6ECB8A}"/>
    <dgm:cxn modelId="{8A334F4E-AD00-401A-9B48-4C724C8CA6C7}" srcId="{1811EAEF-E7D0-4641-9D80-87429E43A6D3}" destId="{D44FD2D6-7F79-4AD6-A394-562D1EC6F7B8}" srcOrd="0" destOrd="0" parTransId="{EA00C177-FD90-4EA2-A553-C923AAAD24F3}" sibTransId="{0A8B1609-7F88-4933-BAFA-2357C7BEB03D}"/>
    <dgm:cxn modelId="{4A88C178-657F-46A9-B31E-FA635F888D7D}" type="presOf" srcId="{D23125EC-AC0C-4701-A005-B2F449A57B9D}" destId="{E7C40ED9-8C43-4DB7-96B5-45138527AAED}" srcOrd="0" destOrd="0" presId="urn:microsoft.com/office/officeart/2005/8/layout/vList2"/>
    <dgm:cxn modelId="{53B9EEBB-53E3-4ACE-9653-D59D6D84C075}" type="presOf" srcId="{F4D4CB24-55F2-46D3-A373-9997E3F0F039}" destId="{7C4050E8-982B-41AE-9ADC-0D5245B0B585}" srcOrd="0" destOrd="0" presId="urn:microsoft.com/office/officeart/2005/8/layout/vList2"/>
    <dgm:cxn modelId="{237457C0-E4C4-4A15-926C-1AF71A082CD2}" type="presOf" srcId="{D44FD2D6-7F79-4AD6-A394-562D1EC6F7B8}" destId="{2C436CC2-3319-4FD3-AD19-BA10FC5B29EC}" srcOrd="0" destOrd="0" presId="urn:microsoft.com/office/officeart/2005/8/layout/vList2"/>
    <dgm:cxn modelId="{6B10B2D8-464C-45BA-96B6-1903BB1E273C}" type="presOf" srcId="{1811EAEF-E7D0-4641-9D80-87429E43A6D3}" destId="{8CF982BB-2712-4697-B797-73F9AFB69760}" srcOrd="0" destOrd="0" presId="urn:microsoft.com/office/officeart/2005/8/layout/vList2"/>
    <dgm:cxn modelId="{BE5201F3-1ADA-4124-8F46-2D0F132F97AC}" type="presParOf" srcId="{8CF982BB-2712-4697-B797-73F9AFB69760}" destId="{2C436CC2-3319-4FD3-AD19-BA10FC5B29EC}" srcOrd="0" destOrd="0" presId="urn:microsoft.com/office/officeart/2005/8/layout/vList2"/>
    <dgm:cxn modelId="{3CBCC3F1-26C4-4C5C-B8B2-8BE52383F7F3}" type="presParOf" srcId="{8CF982BB-2712-4697-B797-73F9AFB69760}" destId="{8F35AF7C-318C-4671-93A6-AFBCBDAC0044}" srcOrd="1" destOrd="0" presId="urn:microsoft.com/office/officeart/2005/8/layout/vList2"/>
    <dgm:cxn modelId="{16C191DE-28A0-47C4-A9A0-D453FBB1FFD2}" type="presParOf" srcId="{8CF982BB-2712-4697-B797-73F9AFB69760}" destId="{E7C40ED9-8C43-4DB7-96B5-45138527AAED}" srcOrd="2" destOrd="0" presId="urn:microsoft.com/office/officeart/2005/8/layout/vList2"/>
    <dgm:cxn modelId="{6867D692-6359-4D21-8B2D-D31482B88156}" type="presParOf" srcId="{8CF982BB-2712-4697-B797-73F9AFB69760}" destId="{4DF9FDE4-06AA-4AF3-813B-5FD47C433D99}" srcOrd="3" destOrd="0" presId="urn:microsoft.com/office/officeart/2005/8/layout/vList2"/>
    <dgm:cxn modelId="{D44457D1-9FE4-4CEC-9B19-D8F3C02F52FD}" type="presParOf" srcId="{8CF982BB-2712-4697-B797-73F9AFB69760}" destId="{7C4050E8-982B-41AE-9ADC-0D5245B0B58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EF6598B-89F5-4AAF-BB27-CEEAB3C5F2F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8AF1BCD-A12D-47A8-811E-5D9E8D255E15}">
      <dgm:prSet/>
      <dgm:spPr/>
      <dgm:t>
        <a:bodyPr/>
        <a:lstStyle/>
        <a:p>
          <a:r>
            <a:rPr lang="en-US"/>
            <a:t>• Logistic Regression model</a:t>
          </a:r>
        </a:p>
      </dgm:t>
    </dgm:pt>
    <dgm:pt modelId="{06684CF7-1ED1-4E0F-A27B-4C8B9DE31B1A}" type="parTrans" cxnId="{BC1BC428-8574-4A34-AEBD-9466AA594D00}">
      <dgm:prSet/>
      <dgm:spPr/>
      <dgm:t>
        <a:bodyPr/>
        <a:lstStyle/>
        <a:p>
          <a:endParaRPr lang="en-US"/>
        </a:p>
      </dgm:t>
    </dgm:pt>
    <dgm:pt modelId="{36A6479B-E365-45FD-A582-5B54D96DEF69}" type="sibTrans" cxnId="{BC1BC428-8574-4A34-AEBD-9466AA594D00}">
      <dgm:prSet/>
      <dgm:spPr/>
      <dgm:t>
        <a:bodyPr/>
        <a:lstStyle/>
        <a:p>
          <a:endParaRPr lang="en-US"/>
        </a:p>
      </dgm:t>
    </dgm:pt>
    <dgm:pt modelId="{504F8BE3-48B4-45FA-AA45-BD36E6D913DF}">
      <dgm:prSet/>
      <dgm:spPr/>
      <dgm:t>
        <a:bodyPr/>
        <a:lstStyle/>
        <a:p>
          <a:r>
            <a:rPr lang="en-US"/>
            <a:t>• Data preprocessing + feature engineering</a:t>
          </a:r>
        </a:p>
      </dgm:t>
    </dgm:pt>
    <dgm:pt modelId="{3757A987-1E5E-4026-B811-D6C9FD294489}" type="parTrans" cxnId="{A45E2B36-AB48-4673-A937-BCCCC9522F1B}">
      <dgm:prSet/>
      <dgm:spPr/>
      <dgm:t>
        <a:bodyPr/>
        <a:lstStyle/>
        <a:p>
          <a:endParaRPr lang="en-US"/>
        </a:p>
      </dgm:t>
    </dgm:pt>
    <dgm:pt modelId="{123D3088-F7E5-43FE-A414-942BF16B5CDB}" type="sibTrans" cxnId="{A45E2B36-AB48-4673-A937-BCCCC9522F1B}">
      <dgm:prSet/>
      <dgm:spPr/>
      <dgm:t>
        <a:bodyPr/>
        <a:lstStyle/>
        <a:p>
          <a:endParaRPr lang="en-US"/>
        </a:p>
      </dgm:t>
    </dgm:pt>
    <dgm:pt modelId="{EA3C2829-0D0F-43CE-B51F-DBDD9F547053}">
      <dgm:prSet/>
      <dgm:spPr/>
      <dgm:t>
        <a:bodyPr/>
        <a:lstStyle/>
        <a:p>
          <a:r>
            <a:rPr lang="en-US"/>
            <a:t>• Class imbalance handling</a:t>
          </a:r>
        </a:p>
      </dgm:t>
    </dgm:pt>
    <dgm:pt modelId="{C3FF2A04-4C04-42D9-8525-0F530D54EC94}" type="parTrans" cxnId="{9F9E0FD0-B81F-4CA2-90FA-86AE5721894C}">
      <dgm:prSet/>
      <dgm:spPr/>
      <dgm:t>
        <a:bodyPr/>
        <a:lstStyle/>
        <a:p>
          <a:endParaRPr lang="en-US"/>
        </a:p>
      </dgm:t>
    </dgm:pt>
    <dgm:pt modelId="{70F81BEB-F206-4925-A611-D763E46B9712}" type="sibTrans" cxnId="{9F9E0FD0-B81F-4CA2-90FA-86AE5721894C}">
      <dgm:prSet/>
      <dgm:spPr/>
      <dgm:t>
        <a:bodyPr/>
        <a:lstStyle/>
        <a:p>
          <a:endParaRPr lang="en-US"/>
        </a:p>
      </dgm:t>
    </dgm:pt>
    <dgm:pt modelId="{5F4BB96D-4CDA-47D5-B33E-29C1327D3722}">
      <dgm:prSet/>
      <dgm:spPr/>
      <dgm:t>
        <a:bodyPr/>
        <a:lstStyle/>
        <a:p>
          <a:r>
            <a:rPr lang="en-US"/>
            <a:t>• Threshold tuning</a:t>
          </a:r>
        </a:p>
      </dgm:t>
    </dgm:pt>
    <dgm:pt modelId="{099DF4AA-8113-411B-AA43-B8435E838122}" type="parTrans" cxnId="{094C5101-1B3D-44A1-9CFC-668BA86B25D1}">
      <dgm:prSet/>
      <dgm:spPr/>
      <dgm:t>
        <a:bodyPr/>
        <a:lstStyle/>
        <a:p>
          <a:endParaRPr lang="en-US"/>
        </a:p>
      </dgm:t>
    </dgm:pt>
    <dgm:pt modelId="{F99FEAA1-5EB8-4648-B6EE-050AAE941DDE}" type="sibTrans" cxnId="{094C5101-1B3D-44A1-9CFC-668BA86B25D1}">
      <dgm:prSet/>
      <dgm:spPr/>
      <dgm:t>
        <a:bodyPr/>
        <a:lstStyle/>
        <a:p>
          <a:endParaRPr lang="en-US"/>
        </a:p>
      </dgm:t>
    </dgm:pt>
    <dgm:pt modelId="{0D112194-9540-49A4-8388-19EC3BF20317}" type="pres">
      <dgm:prSet presAssocID="{7EF6598B-89F5-4AAF-BB27-CEEAB3C5F2F7}" presName="linear" presStyleCnt="0">
        <dgm:presLayoutVars>
          <dgm:animLvl val="lvl"/>
          <dgm:resizeHandles val="exact"/>
        </dgm:presLayoutVars>
      </dgm:prSet>
      <dgm:spPr/>
    </dgm:pt>
    <dgm:pt modelId="{B71518DC-627B-4B62-98E6-E9FDD8095663}" type="pres">
      <dgm:prSet presAssocID="{B8AF1BCD-A12D-47A8-811E-5D9E8D255E1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E64C299-1423-4C34-8040-1B17463A5E95}" type="pres">
      <dgm:prSet presAssocID="{36A6479B-E365-45FD-A582-5B54D96DEF69}" presName="spacer" presStyleCnt="0"/>
      <dgm:spPr/>
    </dgm:pt>
    <dgm:pt modelId="{F7FFA325-8DFE-42C1-89DF-9D546E29E2CE}" type="pres">
      <dgm:prSet presAssocID="{504F8BE3-48B4-45FA-AA45-BD36E6D913D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DCF27DD-D61E-4AC1-8BCA-F94A88B24E54}" type="pres">
      <dgm:prSet presAssocID="{123D3088-F7E5-43FE-A414-942BF16B5CDB}" presName="spacer" presStyleCnt="0"/>
      <dgm:spPr/>
    </dgm:pt>
    <dgm:pt modelId="{FE881773-D2E2-4A82-B705-EC6514F68B14}" type="pres">
      <dgm:prSet presAssocID="{EA3C2829-0D0F-43CE-B51F-DBDD9F54705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8F9AA95-C8D3-48E9-BD67-8BC2150C294A}" type="pres">
      <dgm:prSet presAssocID="{70F81BEB-F206-4925-A611-D763E46B9712}" presName="spacer" presStyleCnt="0"/>
      <dgm:spPr/>
    </dgm:pt>
    <dgm:pt modelId="{3CD7453A-2922-4818-9495-B12F0E9D35E5}" type="pres">
      <dgm:prSet presAssocID="{5F4BB96D-4CDA-47D5-B33E-29C1327D372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94C5101-1B3D-44A1-9CFC-668BA86B25D1}" srcId="{7EF6598B-89F5-4AAF-BB27-CEEAB3C5F2F7}" destId="{5F4BB96D-4CDA-47D5-B33E-29C1327D3722}" srcOrd="3" destOrd="0" parTransId="{099DF4AA-8113-411B-AA43-B8435E838122}" sibTransId="{F99FEAA1-5EB8-4648-B6EE-050AAE941DDE}"/>
    <dgm:cxn modelId="{BC1BC428-8574-4A34-AEBD-9466AA594D00}" srcId="{7EF6598B-89F5-4AAF-BB27-CEEAB3C5F2F7}" destId="{B8AF1BCD-A12D-47A8-811E-5D9E8D255E15}" srcOrd="0" destOrd="0" parTransId="{06684CF7-1ED1-4E0F-A27B-4C8B9DE31B1A}" sibTransId="{36A6479B-E365-45FD-A582-5B54D96DEF69}"/>
    <dgm:cxn modelId="{A45E2B36-AB48-4673-A937-BCCCC9522F1B}" srcId="{7EF6598B-89F5-4AAF-BB27-CEEAB3C5F2F7}" destId="{504F8BE3-48B4-45FA-AA45-BD36E6D913DF}" srcOrd="1" destOrd="0" parTransId="{3757A987-1E5E-4026-B811-D6C9FD294489}" sibTransId="{123D3088-F7E5-43FE-A414-942BF16B5CDB}"/>
    <dgm:cxn modelId="{9F3E1749-72BA-4CAA-970D-396128CDB231}" type="presOf" srcId="{5F4BB96D-4CDA-47D5-B33E-29C1327D3722}" destId="{3CD7453A-2922-4818-9495-B12F0E9D35E5}" srcOrd="0" destOrd="0" presId="urn:microsoft.com/office/officeart/2005/8/layout/vList2"/>
    <dgm:cxn modelId="{E496864E-835B-45A3-BC6E-EE146068FFF9}" type="presOf" srcId="{504F8BE3-48B4-45FA-AA45-BD36E6D913DF}" destId="{F7FFA325-8DFE-42C1-89DF-9D546E29E2CE}" srcOrd="0" destOrd="0" presId="urn:microsoft.com/office/officeart/2005/8/layout/vList2"/>
    <dgm:cxn modelId="{9E85C18B-18C3-441E-AFDB-30739DDB9718}" type="presOf" srcId="{EA3C2829-0D0F-43CE-B51F-DBDD9F547053}" destId="{FE881773-D2E2-4A82-B705-EC6514F68B14}" srcOrd="0" destOrd="0" presId="urn:microsoft.com/office/officeart/2005/8/layout/vList2"/>
    <dgm:cxn modelId="{DB1259A2-C284-44DA-860A-3D3ED753CD26}" type="presOf" srcId="{7EF6598B-89F5-4AAF-BB27-CEEAB3C5F2F7}" destId="{0D112194-9540-49A4-8388-19EC3BF20317}" srcOrd="0" destOrd="0" presId="urn:microsoft.com/office/officeart/2005/8/layout/vList2"/>
    <dgm:cxn modelId="{9F9E0FD0-B81F-4CA2-90FA-86AE5721894C}" srcId="{7EF6598B-89F5-4AAF-BB27-CEEAB3C5F2F7}" destId="{EA3C2829-0D0F-43CE-B51F-DBDD9F547053}" srcOrd="2" destOrd="0" parTransId="{C3FF2A04-4C04-42D9-8525-0F530D54EC94}" sibTransId="{70F81BEB-F206-4925-A611-D763E46B9712}"/>
    <dgm:cxn modelId="{5CF23BF8-1609-4C11-A9BE-FD13C3EBC5F9}" type="presOf" srcId="{B8AF1BCD-A12D-47A8-811E-5D9E8D255E15}" destId="{B71518DC-627B-4B62-98E6-E9FDD8095663}" srcOrd="0" destOrd="0" presId="urn:microsoft.com/office/officeart/2005/8/layout/vList2"/>
    <dgm:cxn modelId="{896784A7-7EAA-41CF-ABAC-CE0EDDCFC6C5}" type="presParOf" srcId="{0D112194-9540-49A4-8388-19EC3BF20317}" destId="{B71518DC-627B-4B62-98E6-E9FDD8095663}" srcOrd="0" destOrd="0" presId="urn:microsoft.com/office/officeart/2005/8/layout/vList2"/>
    <dgm:cxn modelId="{5835C66A-411F-42D5-B43A-0D8DA47EE969}" type="presParOf" srcId="{0D112194-9540-49A4-8388-19EC3BF20317}" destId="{5E64C299-1423-4C34-8040-1B17463A5E95}" srcOrd="1" destOrd="0" presId="urn:microsoft.com/office/officeart/2005/8/layout/vList2"/>
    <dgm:cxn modelId="{EFE801B9-531F-455F-A37B-278E5829FFEC}" type="presParOf" srcId="{0D112194-9540-49A4-8388-19EC3BF20317}" destId="{F7FFA325-8DFE-42C1-89DF-9D546E29E2CE}" srcOrd="2" destOrd="0" presId="urn:microsoft.com/office/officeart/2005/8/layout/vList2"/>
    <dgm:cxn modelId="{239CEF21-46CC-4D78-8BF5-64F55CC1C1A5}" type="presParOf" srcId="{0D112194-9540-49A4-8388-19EC3BF20317}" destId="{7DCF27DD-D61E-4AC1-8BCA-F94A88B24E54}" srcOrd="3" destOrd="0" presId="urn:microsoft.com/office/officeart/2005/8/layout/vList2"/>
    <dgm:cxn modelId="{E0CEEA75-83A7-449F-A3C4-4570A8653AC5}" type="presParOf" srcId="{0D112194-9540-49A4-8388-19EC3BF20317}" destId="{FE881773-D2E2-4A82-B705-EC6514F68B14}" srcOrd="4" destOrd="0" presId="urn:microsoft.com/office/officeart/2005/8/layout/vList2"/>
    <dgm:cxn modelId="{64BEC3A3-BB1F-4238-BE7D-06D2E9843E7D}" type="presParOf" srcId="{0D112194-9540-49A4-8388-19EC3BF20317}" destId="{98F9AA95-C8D3-48E9-BD67-8BC2150C294A}" srcOrd="5" destOrd="0" presId="urn:microsoft.com/office/officeart/2005/8/layout/vList2"/>
    <dgm:cxn modelId="{CA3C1DFC-FAD8-44D6-AD34-0C38B0BE29D2}" type="presParOf" srcId="{0D112194-9540-49A4-8388-19EC3BF20317}" destId="{3CD7453A-2922-4818-9495-B12F0E9D35E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B1A476A-2B9E-47E2-8E93-7E0D1CBCD2F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61E3508-1F78-4DFF-8439-FE782F375691}">
      <dgm:prSet/>
      <dgm:spPr/>
      <dgm:t>
        <a:bodyPr/>
        <a:lstStyle/>
        <a:p>
          <a:r>
            <a:rPr lang="en-US"/>
            <a:t>• Dropped irrelevant/high-missing columns</a:t>
          </a:r>
        </a:p>
      </dgm:t>
    </dgm:pt>
    <dgm:pt modelId="{67007A1C-C7C1-4FB8-9EAC-4822AEB4C283}" type="parTrans" cxnId="{82EB7B7D-9D2F-4B13-8A9C-7AED94DFB026}">
      <dgm:prSet/>
      <dgm:spPr/>
      <dgm:t>
        <a:bodyPr/>
        <a:lstStyle/>
        <a:p>
          <a:endParaRPr lang="en-US"/>
        </a:p>
      </dgm:t>
    </dgm:pt>
    <dgm:pt modelId="{064E36D0-BC0A-44C6-A120-80F1F814C002}" type="sibTrans" cxnId="{82EB7B7D-9D2F-4B13-8A9C-7AED94DFB026}">
      <dgm:prSet/>
      <dgm:spPr/>
      <dgm:t>
        <a:bodyPr/>
        <a:lstStyle/>
        <a:p>
          <a:endParaRPr lang="en-US"/>
        </a:p>
      </dgm:t>
    </dgm:pt>
    <dgm:pt modelId="{392D6EC7-0CD7-4B5E-A77F-0DB0B8100095}">
      <dgm:prSet/>
      <dgm:spPr/>
      <dgm:t>
        <a:bodyPr/>
        <a:lstStyle/>
        <a:p>
          <a:r>
            <a:rPr lang="en-US"/>
            <a:t>• Binary encoding (yes/no → 1/0)</a:t>
          </a:r>
        </a:p>
      </dgm:t>
    </dgm:pt>
    <dgm:pt modelId="{D3E81F94-9F2D-4701-A9F0-8F37BF511170}" type="parTrans" cxnId="{BEC22C8E-D0AA-45F6-A2CC-5771B5DBD3C6}">
      <dgm:prSet/>
      <dgm:spPr/>
      <dgm:t>
        <a:bodyPr/>
        <a:lstStyle/>
        <a:p>
          <a:endParaRPr lang="en-US"/>
        </a:p>
      </dgm:t>
    </dgm:pt>
    <dgm:pt modelId="{777483BE-3C48-4E80-8A35-020F09EEBB7F}" type="sibTrans" cxnId="{BEC22C8E-D0AA-45F6-A2CC-5771B5DBD3C6}">
      <dgm:prSet/>
      <dgm:spPr/>
      <dgm:t>
        <a:bodyPr/>
        <a:lstStyle/>
        <a:p>
          <a:endParaRPr lang="en-US"/>
        </a:p>
      </dgm:t>
    </dgm:pt>
    <dgm:pt modelId="{1B26CB4D-79B8-460C-A6FE-F2F377320BBC}">
      <dgm:prSet/>
      <dgm:spPr/>
      <dgm:t>
        <a:bodyPr/>
        <a:lstStyle/>
        <a:p>
          <a:r>
            <a:rPr lang="en-US"/>
            <a:t>• One-hot encoding for categorical data</a:t>
          </a:r>
        </a:p>
      </dgm:t>
    </dgm:pt>
    <dgm:pt modelId="{8B0ED513-9483-4874-9A3C-1E17639F64FB}" type="parTrans" cxnId="{305B43D7-E018-4D90-8427-9AC94E5F6F07}">
      <dgm:prSet/>
      <dgm:spPr/>
      <dgm:t>
        <a:bodyPr/>
        <a:lstStyle/>
        <a:p>
          <a:endParaRPr lang="en-US"/>
        </a:p>
      </dgm:t>
    </dgm:pt>
    <dgm:pt modelId="{4F5DA117-B3D8-48A6-9840-2E898BD0D7A9}" type="sibTrans" cxnId="{305B43D7-E018-4D90-8427-9AC94E5F6F07}">
      <dgm:prSet/>
      <dgm:spPr/>
      <dgm:t>
        <a:bodyPr/>
        <a:lstStyle/>
        <a:p>
          <a:endParaRPr lang="en-US"/>
        </a:p>
      </dgm:t>
    </dgm:pt>
    <dgm:pt modelId="{096EAB8F-918C-4EBE-8E85-0E74234539C6}">
      <dgm:prSet/>
      <dgm:spPr/>
      <dgm:t>
        <a:bodyPr/>
        <a:lstStyle/>
        <a:p>
          <a:r>
            <a:rPr lang="en-US"/>
            <a:t>• Median imputation for missing values</a:t>
          </a:r>
        </a:p>
      </dgm:t>
    </dgm:pt>
    <dgm:pt modelId="{ABA795A0-E02F-4B29-A7A0-4C465148C904}" type="parTrans" cxnId="{CEFEBA19-E7FF-4209-8602-3F4E9BC5EB4B}">
      <dgm:prSet/>
      <dgm:spPr/>
      <dgm:t>
        <a:bodyPr/>
        <a:lstStyle/>
        <a:p>
          <a:endParaRPr lang="en-US"/>
        </a:p>
      </dgm:t>
    </dgm:pt>
    <dgm:pt modelId="{572C38AA-E5D6-4277-9BBA-3580A297CEFF}" type="sibTrans" cxnId="{CEFEBA19-E7FF-4209-8602-3F4E9BC5EB4B}">
      <dgm:prSet/>
      <dgm:spPr/>
      <dgm:t>
        <a:bodyPr/>
        <a:lstStyle/>
        <a:p>
          <a:endParaRPr lang="en-US"/>
        </a:p>
      </dgm:t>
    </dgm:pt>
    <dgm:pt modelId="{4DFD84FF-0BB3-452A-9CA8-726483CBA0A7}" type="pres">
      <dgm:prSet presAssocID="{9B1A476A-2B9E-47E2-8E93-7E0D1CBCD2FB}" presName="linear" presStyleCnt="0">
        <dgm:presLayoutVars>
          <dgm:animLvl val="lvl"/>
          <dgm:resizeHandles val="exact"/>
        </dgm:presLayoutVars>
      </dgm:prSet>
      <dgm:spPr/>
    </dgm:pt>
    <dgm:pt modelId="{E5A94814-C8D3-481F-B202-1FECFCA466D7}" type="pres">
      <dgm:prSet presAssocID="{F61E3508-1F78-4DFF-8439-FE782F37569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A7E3F84-1C7A-4CDB-B301-EF6DAB68730E}" type="pres">
      <dgm:prSet presAssocID="{064E36D0-BC0A-44C6-A120-80F1F814C002}" presName="spacer" presStyleCnt="0"/>
      <dgm:spPr/>
    </dgm:pt>
    <dgm:pt modelId="{F5C4A43F-21BA-4517-A691-6990EA57AB1A}" type="pres">
      <dgm:prSet presAssocID="{392D6EC7-0CD7-4B5E-A77F-0DB0B810009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7349ED1-A294-4B52-9B6D-7A162A60FE72}" type="pres">
      <dgm:prSet presAssocID="{777483BE-3C48-4E80-8A35-020F09EEBB7F}" presName="spacer" presStyleCnt="0"/>
      <dgm:spPr/>
    </dgm:pt>
    <dgm:pt modelId="{7DD8E2B3-68A8-40DF-A86A-E6303EB13976}" type="pres">
      <dgm:prSet presAssocID="{1B26CB4D-79B8-460C-A6FE-F2F377320BB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8ED3486-5ED3-4A84-8F2D-4DC99C998FFD}" type="pres">
      <dgm:prSet presAssocID="{4F5DA117-B3D8-48A6-9840-2E898BD0D7A9}" presName="spacer" presStyleCnt="0"/>
      <dgm:spPr/>
    </dgm:pt>
    <dgm:pt modelId="{3160E085-FE88-41F0-AD26-0D75ABECBD8E}" type="pres">
      <dgm:prSet presAssocID="{096EAB8F-918C-4EBE-8E85-0E74234539C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A5E520C-43BC-4C54-B58F-10EBE1ABDFEE}" type="presOf" srcId="{392D6EC7-0CD7-4B5E-A77F-0DB0B8100095}" destId="{F5C4A43F-21BA-4517-A691-6990EA57AB1A}" srcOrd="0" destOrd="0" presId="urn:microsoft.com/office/officeart/2005/8/layout/vList2"/>
    <dgm:cxn modelId="{B72C350F-95C8-4753-B00A-3CA61184D07F}" type="presOf" srcId="{9B1A476A-2B9E-47E2-8E93-7E0D1CBCD2FB}" destId="{4DFD84FF-0BB3-452A-9CA8-726483CBA0A7}" srcOrd="0" destOrd="0" presId="urn:microsoft.com/office/officeart/2005/8/layout/vList2"/>
    <dgm:cxn modelId="{CEFEBA19-E7FF-4209-8602-3F4E9BC5EB4B}" srcId="{9B1A476A-2B9E-47E2-8E93-7E0D1CBCD2FB}" destId="{096EAB8F-918C-4EBE-8E85-0E74234539C6}" srcOrd="3" destOrd="0" parTransId="{ABA795A0-E02F-4B29-A7A0-4C465148C904}" sibTransId="{572C38AA-E5D6-4277-9BBA-3580A297CEFF}"/>
    <dgm:cxn modelId="{CF66115D-09A2-4913-B176-2C1D9C146498}" type="presOf" srcId="{F61E3508-1F78-4DFF-8439-FE782F375691}" destId="{E5A94814-C8D3-481F-B202-1FECFCA466D7}" srcOrd="0" destOrd="0" presId="urn:microsoft.com/office/officeart/2005/8/layout/vList2"/>
    <dgm:cxn modelId="{82EB7B7D-9D2F-4B13-8A9C-7AED94DFB026}" srcId="{9B1A476A-2B9E-47E2-8E93-7E0D1CBCD2FB}" destId="{F61E3508-1F78-4DFF-8439-FE782F375691}" srcOrd="0" destOrd="0" parTransId="{67007A1C-C7C1-4FB8-9EAC-4822AEB4C283}" sibTransId="{064E36D0-BC0A-44C6-A120-80F1F814C002}"/>
    <dgm:cxn modelId="{BEC22C8E-D0AA-45F6-A2CC-5771B5DBD3C6}" srcId="{9B1A476A-2B9E-47E2-8E93-7E0D1CBCD2FB}" destId="{392D6EC7-0CD7-4B5E-A77F-0DB0B8100095}" srcOrd="1" destOrd="0" parTransId="{D3E81F94-9F2D-4701-A9F0-8F37BF511170}" sibTransId="{777483BE-3C48-4E80-8A35-020F09EEBB7F}"/>
    <dgm:cxn modelId="{8DC9B595-E19B-4CC8-B097-F569C8FAAB69}" type="presOf" srcId="{1B26CB4D-79B8-460C-A6FE-F2F377320BBC}" destId="{7DD8E2B3-68A8-40DF-A86A-E6303EB13976}" srcOrd="0" destOrd="0" presId="urn:microsoft.com/office/officeart/2005/8/layout/vList2"/>
    <dgm:cxn modelId="{305B43D7-E018-4D90-8427-9AC94E5F6F07}" srcId="{9B1A476A-2B9E-47E2-8E93-7E0D1CBCD2FB}" destId="{1B26CB4D-79B8-460C-A6FE-F2F377320BBC}" srcOrd="2" destOrd="0" parTransId="{8B0ED513-9483-4874-9A3C-1E17639F64FB}" sibTransId="{4F5DA117-B3D8-48A6-9840-2E898BD0D7A9}"/>
    <dgm:cxn modelId="{82B5DFF9-8DD8-4CBF-8C9A-EFF2233AB5BC}" type="presOf" srcId="{096EAB8F-918C-4EBE-8E85-0E74234539C6}" destId="{3160E085-FE88-41F0-AD26-0D75ABECBD8E}" srcOrd="0" destOrd="0" presId="urn:microsoft.com/office/officeart/2005/8/layout/vList2"/>
    <dgm:cxn modelId="{B1972CEB-6C26-418F-A7F6-161E6749A1C8}" type="presParOf" srcId="{4DFD84FF-0BB3-452A-9CA8-726483CBA0A7}" destId="{E5A94814-C8D3-481F-B202-1FECFCA466D7}" srcOrd="0" destOrd="0" presId="urn:microsoft.com/office/officeart/2005/8/layout/vList2"/>
    <dgm:cxn modelId="{39F26A8B-5ED7-44F3-8EB0-2127F9031D97}" type="presParOf" srcId="{4DFD84FF-0BB3-452A-9CA8-726483CBA0A7}" destId="{BA7E3F84-1C7A-4CDB-B301-EF6DAB68730E}" srcOrd="1" destOrd="0" presId="urn:microsoft.com/office/officeart/2005/8/layout/vList2"/>
    <dgm:cxn modelId="{7E8FE747-5934-43D5-8873-A913C1AD489D}" type="presParOf" srcId="{4DFD84FF-0BB3-452A-9CA8-726483CBA0A7}" destId="{F5C4A43F-21BA-4517-A691-6990EA57AB1A}" srcOrd="2" destOrd="0" presId="urn:microsoft.com/office/officeart/2005/8/layout/vList2"/>
    <dgm:cxn modelId="{BC784642-D921-4A3E-85A8-D4E44C3FC671}" type="presParOf" srcId="{4DFD84FF-0BB3-452A-9CA8-726483CBA0A7}" destId="{B7349ED1-A294-4B52-9B6D-7A162A60FE72}" srcOrd="3" destOrd="0" presId="urn:microsoft.com/office/officeart/2005/8/layout/vList2"/>
    <dgm:cxn modelId="{8F1D5685-A7EC-4015-8ABE-A043217A1FC0}" type="presParOf" srcId="{4DFD84FF-0BB3-452A-9CA8-726483CBA0A7}" destId="{7DD8E2B3-68A8-40DF-A86A-E6303EB13976}" srcOrd="4" destOrd="0" presId="urn:microsoft.com/office/officeart/2005/8/layout/vList2"/>
    <dgm:cxn modelId="{D48381ED-64A3-4EA8-9EC2-2026015F3646}" type="presParOf" srcId="{4DFD84FF-0BB3-452A-9CA8-726483CBA0A7}" destId="{48ED3486-5ED3-4A84-8F2D-4DC99C998FFD}" srcOrd="5" destOrd="0" presId="urn:microsoft.com/office/officeart/2005/8/layout/vList2"/>
    <dgm:cxn modelId="{13E1EBD3-D14D-4DF3-92E9-B3459B05AAF7}" type="presParOf" srcId="{4DFD84FF-0BB3-452A-9CA8-726483CBA0A7}" destId="{3160E085-FE88-41F0-AD26-0D75ABECBD8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8138DD6-C4D5-46A3-A921-3E149B0C793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1274F7F-571E-4E58-AFEE-7447D89AE38A}">
      <dgm:prSet/>
      <dgm:spPr/>
      <dgm:t>
        <a:bodyPr/>
        <a:lstStyle/>
        <a:p>
          <a:r>
            <a:rPr lang="en-US"/>
            <a:t>• Converted birthdate → age</a:t>
          </a:r>
        </a:p>
      </dgm:t>
    </dgm:pt>
    <dgm:pt modelId="{C1431226-3D8A-47F2-A516-5925FEAAC64E}" type="parTrans" cxnId="{AF807070-69A7-48EA-93FF-11CB96A562A4}">
      <dgm:prSet/>
      <dgm:spPr/>
      <dgm:t>
        <a:bodyPr/>
        <a:lstStyle/>
        <a:p>
          <a:endParaRPr lang="en-US"/>
        </a:p>
      </dgm:t>
    </dgm:pt>
    <dgm:pt modelId="{AD875635-4DB4-4F1C-B505-4402359B4050}" type="sibTrans" cxnId="{AF807070-69A7-48EA-93FF-11CB96A562A4}">
      <dgm:prSet/>
      <dgm:spPr/>
      <dgm:t>
        <a:bodyPr/>
        <a:lstStyle/>
        <a:p>
          <a:endParaRPr lang="en-US"/>
        </a:p>
      </dgm:t>
    </dgm:pt>
    <dgm:pt modelId="{83CF87B2-8D25-4EFB-93AF-D31A6BABD1E6}">
      <dgm:prSet/>
      <dgm:spPr/>
      <dgm:t>
        <a:bodyPr/>
        <a:lstStyle/>
        <a:p>
          <a:r>
            <a:rPr lang="en-US"/>
            <a:t>• Created recency features</a:t>
          </a:r>
        </a:p>
      </dgm:t>
    </dgm:pt>
    <dgm:pt modelId="{DDC99DFB-40AD-470D-8DC6-18DA8644F7FC}" type="parTrans" cxnId="{2B35B44D-D0D8-47F2-A2D4-CD6FF4DB92C7}">
      <dgm:prSet/>
      <dgm:spPr/>
      <dgm:t>
        <a:bodyPr/>
        <a:lstStyle/>
        <a:p>
          <a:endParaRPr lang="en-US"/>
        </a:p>
      </dgm:t>
    </dgm:pt>
    <dgm:pt modelId="{691F3780-87E9-4C08-900E-83B068DE5FA4}" type="sibTrans" cxnId="{2B35B44D-D0D8-47F2-A2D4-CD6FF4DB92C7}">
      <dgm:prSet/>
      <dgm:spPr/>
      <dgm:t>
        <a:bodyPr/>
        <a:lstStyle/>
        <a:p>
          <a:endParaRPr lang="en-US"/>
        </a:p>
      </dgm:t>
    </dgm:pt>
    <dgm:pt modelId="{557C5F20-9654-4357-B664-3D04420410F1}">
      <dgm:prSet/>
      <dgm:spPr/>
      <dgm:t>
        <a:bodyPr/>
        <a:lstStyle/>
        <a:p>
          <a:r>
            <a:rPr lang="en-US"/>
            <a:t>• Time converted to hour</a:t>
          </a:r>
        </a:p>
      </dgm:t>
    </dgm:pt>
    <dgm:pt modelId="{3546C5DB-7EE2-4667-BBC1-DBF8E5396D71}" type="parTrans" cxnId="{FA6B45DE-3CEB-42E6-BA9D-70FB4D5883C9}">
      <dgm:prSet/>
      <dgm:spPr/>
      <dgm:t>
        <a:bodyPr/>
        <a:lstStyle/>
        <a:p>
          <a:endParaRPr lang="en-US"/>
        </a:p>
      </dgm:t>
    </dgm:pt>
    <dgm:pt modelId="{0F8282C3-F88C-474A-B07E-ED11899B818A}" type="sibTrans" cxnId="{FA6B45DE-3CEB-42E6-BA9D-70FB4D5883C9}">
      <dgm:prSet/>
      <dgm:spPr/>
      <dgm:t>
        <a:bodyPr/>
        <a:lstStyle/>
        <a:p>
          <a:endParaRPr lang="en-US"/>
        </a:p>
      </dgm:t>
    </dgm:pt>
    <dgm:pt modelId="{E353FE2C-07EB-4A9E-A227-73091090DE95}">
      <dgm:prSet/>
      <dgm:spPr/>
      <dgm:t>
        <a:bodyPr/>
        <a:lstStyle/>
        <a:p>
          <a:r>
            <a:rPr lang="en-US"/>
            <a:t>• Added prior-order indicators</a:t>
          </a:r>
        </a:p>
      </dgm:t>
    </dgm:pt>
    <dgm:pt modelId="{8D034459-E5E5-4B48-9ED7-B095373E71BB}" type="parTrans" cxnId="{434F825C-A08E-45BB-B3ED-F36B9967B8B2}">
      <dgm:prSet/>
      <dgm:spPr/>
      <dgm:t>
        <a:bodyPr/>
        <a:lstStyle/>
        <a:p>
          <a:endParaRPr lang="en-US"/>
        </a:p>
      </dgm:t>
    </dgm:pt>
    <dgm:pt modelId="{0B490B25-02C1-4779-8B99-6367550CE3FF}" type="sibTrans" cxnId="{434F825C-A08E-45BB-B3ED-F36B9967B8B2}">
      <dgm:prSet/>
      <dgm:spPr/>
      <dgm:t>
        <a:bodyPr/>
        <a:lstStyle/>
        <a:p>
          <a:endParaRPr lang="en-US"/>
        </a:p>
      </dgm:t>
    </dgm:pt>
    <dgm:pt modelId="{148CAE4A-8A7C-4327-AEE7-417FBFA0DDAC}" type="pres">
      <dgm:prSet presAssocID="{98138DD6-C4D5-46A3-A921-3E149B0C7938}" presName="linear" presStyleCnt="0">
        <dgm:presLayoutVars>
          <dgm:animLvl val="lvl"/>
          <dgm:resizeHandles val="exact"/>
        </dgm:presLayoutVars>
      </dgm:prSet>
      <dgm:spPr/>
    </dgm:pt>
    <dgm:pt modelId="{8F68ECCC-1627-4453-9470-3731A7C97975}" type="pres">
      <dgm:prSet presAssocID="{71274F7F-571E-4E58-AFEE-7447D89AE38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8EF931D-C333-4E69-BD29-60CE0244DA3A}" type="pres">
      <dgm:prSet presAssocID="{AD875635-4DB4-4F1C-B505-4402359B4050}" presName="spacer" presStyleCnt="0"/>
      <dgm:spPr/>
    </dgm:pt>
    <dgm:pt modelId="{610B763B-6EF4-463A-B26D-C10F7FFA5980}" type="pres">
      <dgm:prSet presAssocID="{83CF87B2-8D25-4EFB-93AF-D31A6BABD1E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CB8594D-EBA7-49BF-BC24-0799B0BC7A52}" type="pres">
      <dgm:prSet presAssocID="{691F3780-87E9-4C08-900E-83B068DE5FA4}" presName="spacer" presStyleCnt="0"/>
      <dgm:spPr/>
    </dgm:pt>
    <dgm:pt modelId="{6D807789-5D07-4D5C-90B0-9F710E8A3965}" type="pres">
      <dgm:prSet presAssocID="{557C5F20-9654-4357-B664-3D04420410F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1166DED-80D0-4060-B12C-4645795175E2}" type="pres">
      <dgm:prSet presAssocID="{0F8282C3-F88C-474A-B07E-ED11899B818A}" presName="spacer" presStyleCnt="0"/>
      <dgm:spPr/>
    </dgm:pt>
    <dgm:pt modelId="{96C77754-83E9-4A40-93ED-10B7CCDC1507}" type="pres">
      <dgm:prSet presAssocID="{E353FE2C-07EB-4A9E-A227-73091090DE9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0934112-53EB-47D9-B052-6EBA75475ADE}" type="presOf" srcId="{83CF87B2-8D25-4EFB-93AF-D31A6BABD1E6}" destId="{610B763B-6EF4-463A-B26D-C10F7FFA5980}" srcOrd="0" destOrd="0" presId="urn:microsoft.com/office/officeart/2005/8/layout/vList2"/>
    <dgm:cxn modelId="{434F825C-A08E-45BB-B3ED-F36B9967B8B2}" srcId="{98138DD6-C4D5-46A3-A921-3E149B0C7938}" destId="{E353FE2C-07EB-4A9E-A227-73091090DE95}" srcOrd="3" destOrd="0" parTransId="{8D034459-E5E5-4B48-9ED7-B095373E71BB}" sibTransId="{0B490B25-02C1-4779-8B99-6367550CE3FF}"/>
    <dgm:cxn modelId="{D920EA5F-2137-48B9-A164-15BE38C7DFE6}" type="presOf" srcId="{98138DD6-C4D5-46A3-A921-3E149B0C7938}" destId="{148CAE4A-8A7C-4327-AEE7-417FBFA0DDAC}" srcOrd="0" destOrd="0" presId="urn:microsoft.com/office/officeart/2005/8/layout/vList2"/>
    <dgm:cxn modelId="{2B35B44D-D0D8-47F2-A2D4-CD6FF4DB92C7}" srcId="{98138DD6-C4D5-46A3-A921-3E149B0C7938}" destId="{83CF87B2-8D25-4EFB-93AF-D31A6BABD1E6}" srcOrd="1" destOrd="0" parTransId="{DDC99DFB-40AD-470D-8DC6-18DA8644F7FC}" sibTransId="{691F3780-87E9-4C08-900E-83B068DE5FA4}"/>
    <dgm:cxn modelId="{AF807070-69A7-48EA-93FF-11CB96A562A4}" srcId="{98138DD6-C4D5-46A3-A921-3E149B0C7938}" destId="{71274F7F-571E-4E58-AFEE-7447D89AE38A}" srcOrd="0" destOrd="0" parTransId="{C1431226-3D8A-47F2-A516-5925FEAAC64E}" sibTransId="{AD875635-4DB4-4F1C-B505-4402359B4050}"/>
    <dgm:cxn modelId="{29041EA1-CD14-48A6-8313-2FCB6BCCE6AD}" type="presOf" srcId="{71274F7F-571E-4E58-AFEE-7447D89AE38A}" destId="{8F68ECCC-1627-4453-9470-3731A7C97975}" srcOrd="0" destOrd="0" presId="urn:microsoft.com/office/officeart/2005/8/layout/vList2"/>
    <dgm:cxn modelId="{17931FCF-B0E5-44DD-BA4A-35406794AB8D}" type="presOf" srcId="{557C5F20-9654-4357-B664-3D04420410F1}" destId="{6D807789-5D07-4D5C-90B0-9F710E8A3965}" srcOrd="0" destOrd="0" presId="urn:microsoft.com/office/officeart/2005/8/layout/vList2"/>
    <dgm:cxn modelId="{FA6B45DE-3CEB-42E6-BA9D-70FB4D5883C9}" srcId="{98138DD6-C4D5-46A3-A921-3E149B0C7938}" destId="{557C5F20-9654-4357-B664-3D04420410F1}" srcOrd="2" destOrd="0" parTransId="{3546C5DB-7EE2-4667-BBC1-DBF8E5396D71}" sibTransId="{0F8282C3-F88C-474A-B07E-ED11899B818A}"/>
    <dgm:cxn modelId="{71B0DBE3-28E7-44A3-9187-10834BCB9B58}" type="presOf" srcId="{E353FE2C-07EB-4A9E-A227-73091090DE95}" destId="{96C77754-83E9-4A40-93ED-10B7CCDC1507}" srcOrd="0" destOrd="0" presId="urn:microsoft.com/office/officeart/2005/8/layout/vList2"/>
    <dgm:cxn modelId="{CB22A2E5-0050-4595-8A1B-3371723864FC}" type="presParOf" srcId="{148CAE4A-8A7C-4327-AEE7-417FBFA0DDAC}" destId="{8F68ECCC-1627-4453-9470-3731A7C97975}" srcOrd="0" destOrd="0" presId="urn:microsoft.com/office/officeart/2005/8/layout/vList2"/>
    <dgm:cxn modelId="{29DCFB6E-238B-4E4A-A653-98652DA1B137}" type="presParOf" srcId="{148CAE4A-8A7C-4327-AEE7-417FBFA0DDAC}" destId="{68EF931D-C333-4E69-BD29-60CE0244DA3A}" srcOrd="1" destOrd="0" presId="urn:microsoft.com/office/officeart/2005/8/layout/vList2"/>
    <dgm:cxn modelId="{18FD5685-D317-4D1B-902B-1CE33901E238}" type="presParOf" srcId="{148CAE4A-8A7C-4327-AEE7-417FBFA0DDAC}" destId="{610B763B-6EF4-463A-B26D-C10F7FFA5980}" srcOrd="2" destOrd="0" presId="urn:microsoft.com/office/officeart/2005/8/layout/vList2"/>
    <dgm:cxn modelId="{5685BD81-B77D-44C3-A8FD-99415139D6F3}" type="presParOf" srcId="{148CAE4A-8A7C-4327-AEE7-417FBFA0DDAC}" destId="{FCB8594D-EBA7-49BF-BC24-0799B0BC7A52}" srcOrd="3" destOrd="0" presId="urn:microsoft.com/office/officeart/2005/8/layout/vList2"/>
    <dgm:cxn modelId="{37713381-9378-42B0-BD28-798709B57185}" type="presParOf" srcId="{148CAE4A-8A7C-4327-AEE7-417FBFA0DDAC}" destId="{6D807789-5D07-4D5C-90B0-9F710E8A3965}" srcOrd="4" destOrd="0" presId="urn:microsoft.com/office/officeart/2005/8/layout/vList2"/>
    <dgm:cxn modelId="{08B2EC39-DEE7-4C79-A7AD-EDA676B335D1}" type="presParOf" srcId="{148CAE4A-8A7C-4327-AEE7-417FBFA0DDAC}" destId="{41166DED-80D0-4060-B12C-4645795175E2}" srcOrd="5" destOrd="0" presId="urn:microsoft.com/office/officeart/2005/8/layout/vList2"/>
    <dgm:cxn modelId="{B5ACA352-3E69-47E2-8DC2-B0F39E12AE96}" type="presParOf" srcId="{148CAE4A-8A7C-4327-AEE7-417FBFA0DDAC}" destId="{96C77754-83E9-4A40-93ED-10B7CCDC150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8BDF5DB-2E9A-452A-9E91-9D535D923D2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CF93FAB-2155-4EB6-88EF-E6FF84C13892}">
      <dgm:prSet/>
      <dgm:spPr/>
      <dgm:t>
        <a:bodyPr/>
        <a:lstStyle/>
        <a:p>
          <a:r>
            <a:rPr lang="en-US"/>
            <a:t>• Used class_weight = 'balanced'</a:t>
          </a:r>
        </a:p>
      </dgm:t>
    </dgm:pt>
    <dgm:pt modelId="{A691707F-2A12-4AA6-82DD-1AB237168436}" type="parTrans" cxnId="{2E7DA53A-FA91-4BF2-9564-A26BB67E77F0}">
      <dgm:prSet/>
      <dgm:spPr/>
      <dgm:t>
        <a:bodyPr/>
        <a:lstStyle/>
        <a:p>
          <a:endParaRPr lang="en-US"/>
        </a:p>
      </dgm:t>
    </dgm:pt>
    <dgm:pt modelId="{5D9332C8-A2E4-43B6-8BFC-437B59DEFC7B}" type="sibTrans" cxnId="{2E7DA53A-FA91-4BF2-9564-A26BB67E77F0}">
      <dgm:prSet/>
      <dgm:spPr/>
      <dgm:t>
        <a:bodyPr/>
        <a:lstStyle/>
        <a:p>
          <a:endParaRPr lang="en-US"/>
        </a:p>
      </dgm:t>
    </dgm:pt>
    <dgm:pt modelId="{32173478-A9A6-41CF-B063-9C76A60032B7}">
      <dgm:prSet/>
      <dgm:spPr/>
      <dgm:t>
        <a:bodyPr/>
        <a:lstStyle/>
        <a:p>
          <a:r>
            <a:rPr lang="en-US"/>
            <a:t>• Standardized features</a:t>
          </a:r>
        </a:p>
      </dgm:t>
    </dgm:pt>
    <dgm:pt modelId="{7D065AEF-2D53-421A-96F2-3ABC040EB751}" type="parTrans" cxnId="{B1AA0D77-E9A0-4C12-930E-34F31A28EC54}">
      <dgm:prSet/>
      <dgm:spPr/>
      <dgm:t>
        <a:bodyPr/>
        <a:lstStyle/>
        <a:p>
          <a:endParaRPr lang="en-US"/>
        </a:p>
      </dgm:t>
    </dgm:pt>
    <dgm:pt modelId="{57694BCF-A0B4-45E6-869F-F306A5D80EE8}" type="sibTrans" cxnId="{B1AA0D77-E9A0-4C12-930E-34F31A28EC54}">
      <dgm:prSet/>
      <dgm:spPr/>
      <dgm:t>
        <a:bodyPr/>
        <a:lstStyle/>
        <a:p>
          <a:endParaRPr lang="en-US"/>
        </a:p>
      </dgm:t>
    </dgm:pt>
    <dgm:pt modelId="{5953F760-31CB-42B4-9B77-EE952502E781}">
      <dgm:prSet/>
      <dgm:spPr/>
      <dgm:t>
        <a:bodyPr/>
        <a:lstStyle/>
        <a:p>
          <a:r>
            <a:rPr lang="en-US"/>
            <a:t>• Stratified train-test split (80/20)</a:t>
          </a:r>
        </a:p>
      </dgm:t>
    </dgm:pt>
    <dgm:pt modelId="{C8634E32-76D7-4E03-B340-A0D3C7DAA197}" type="parTrans" cxnId="{E3F3808D-E71D-41A4-A46F-1F02D8E1EC55}">
      <dgm:prSet/>
      <dgm:spPr/>
      <dgm:t>
        <a:bodyPr/>
        <a:lstStyle/>
        <a:p>
          <a:endParaRPr lang="en-US"/>
        </a:p>
      </dgm:t>
    </dgm:pt>
    <dgm:pt modelId="{B7707849-1E1B-4A10-A951-242D2DE569DF}" type="sibTrans" cxnId="{E3F3808D-E71D-41A4-A46F-1F02D8E1EC55}">
      <dgm:prSet/>
      <dgm:spPr/>
      <dgm:t>
        <a:bodyPr/>
        <a:lstStyle/>
        <a:p>
          <a:endParaRPr lang="en-US"/>
        </a:p>
      </dgm:t>
    </dgm:pt>
    <dgm:pt modelId="{28D2BF16-6C0C-4C18-BACB-E41CF311FF25}">
      <dgm:prSet/>
      <dgm:spPr/>
      <dgm:t>
        <a:bodyPr/>
        <a:lstStyle/>
        <a:p>
          <a:r>
            <a:rPr lang="en-US"/>
            <a:t>• Focused on F1-score (not accuracy)</a:t>
          </a:r>
        </a:p>
      </dgm:t>
    </dgm:pt>
    <dgm:pt modelId="{970F6159-26F7-451A-8FC4-0F96C4509FE3}" type="parTrans" cxnId="{05D10047-F25C-4C8E-87F5-5E93D52DFBF3}">
      <dgm:prSet/>
      <dgm:spPr/>
      <dgm:t>
        <a:bodyPr/>
        <a:lstStyle/>
        <a:p>
          <a:endParaRPr lang="en-US"/>
        </a:p>
      </dgm:t>
    </dgm:pt>
    <dgm:pt modelId="{9B0E2B62-98D1-4078-8503-2EE05E665526}" type="sibTrans" cxnId="{05D10047-F25C-4C8E-87F5-5E93D52DFBF3}">
      <dgm:prSet/>
      <dgm:spPr/>
      <dgm:t>
        <a:bodyPr/>
        <a:lstStyle/>
        <a:p>
          <a:endParaRPr lang="en-US"/>
        </a:p>
      </dgm:t>
    </dgm:pt>
    <dgm:pt modelId="{5F956C3C-3823-4262-B525-D501A7BDF574}" type="pres">
      <dgm:prSet presAssocID="{28BDF5DB-2E9A-452A-9E91-9D535D923D2A}" presName="linear" presStyleCnt="0">
        <dgm:presLayoutVars>
          <dgm:animLvl val="lvl"/>
          <dgm:resizeHandles val="exact"/>
        </dgm:presLayoutVars>
      </dgm:prSet>
      <dgm:spPr/>
    </dgm:pt>
    <dgm:pt modelId="{F41A8BF0-21E9-438C-8E48-1A6ED8CE69EF}" type="pres">
      <dgm:prSet presAssocID="{ACF93FAB-2155-4EB6-88EF-E6FF84C1389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52CFEAD-1E35-422B-B86C-F9207817C554}" type="pres">
      <dgm:prSet presAssocID="{5D9332C8-A2E4-43B6-8BFC-437B59DEFC7B}" presName="spacer" presStyleCnt="0"/>
      <dgm:spPr/>
    </dgm:pt>
    <dgm:pt modelId="{ED3F2E67-0F47-44B5-83EB-7F7D4BCC377E}" type="pres">
      <dgm:prSet presAssocID="{32173478-A9A6-41CF-B063-9C76A60032B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B75D5DB-7D1A-41EA-98BD-CB6DEA338B50}" type="pres">
      <dgm:prSet presAssocID="{57694BCF-A0B4-45E6-869F-F306A5D80EE8}" presName="spacer" presStyleCnt="0"/>
      <dgm:spPr/>
    </dgm:pt>
    <dgm:pt modelId="{C8E4832D-A3BE-4C56-8A13-BD6F80A885BB}" type="pres">
      <dgm:prSet presAssocID="{5953F760-31CB-42B4-9B77-EE952502E78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2A191B8-E75F-4F26-89AD-5473B7CA7332}" type="pres">
      <dgm:prSet presAssocID="{B7707849-1E1B-4A10-A951-242D2DE569DF}" presName="spacer" presStyleCnt="0"/>
      <dgm:spPr/>
    </dgm:pt>
    <dgm:pt modelId="{0B481F50-4624-4671-9F2D-611EB3851A54}" type="pres">
      <dgm:prSet presAssocID="{28D2BF16-6C0C-4C18-BACB-E41CF311FF2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E7DA53A-FA91-4BF2-9564-A26BB67E77F0}" srcId="{28BDF5DB-2E9A-452A-9E91-9D535D923D2A}" destId="{ACF93FAB-2155-4EB6-88EF-E6FF84C13892}" srcOrd="0" destOrd="0" parTransId="{A691707F-2A12-4AA6-82DD-1AB237168436}" sibTransId="{5D9332C8-A2E4-43B6-8BFC-437B59DEFC7B}"/>
    <dgm:cxn modelId="{A9BDFA60-CF18-4A43-A472-B8BF6C135566}" type="presOf" srcId="{ACF93FAB-2155-4EB6-88EF-E6FF84C13892}" destId="{F41A8BF0-21E9-438C-8E48-1A6ED8CE69EF}" srcOrd="0" destOrd="0" presId="urn:microsoft.com/office/officeart/2005/8/layout/vList2"/>
    <dgm:cxn modelId="{05D10047-F25C-4C8E-87F5-5E93D52DFBF3}" srcId="{28BDF5DB-2E9A-452A-9E91-9D535D923D2A}" destId="{28D2BF16-6C0C-4C18-BACB-E41CF311FF25}" srcOrd="3" destOrd="0" parTransId="{970F6159-26F7-451A-8FC4-0F96C4509FE3}" sibTransId="{9B0E2B62-98D1-4078-8503-2EE05E665526}"/>
    <dgm:cxn modelId="{89E23372-59D0-4C91-AE94-65A834C590BD}" type="presOf" srcId="{5953F760-31CB-42B4-9B77-EE952502E781}" destId="{C8E4832D-A3BE-4C56-8A13-BD6F80A885BB}" srcOrd="0" destOrd="0" presId="urn:microsoft.com/office/officeart/2005/8/layout/vList2"/>
    <dgm:cxn modelId="{B1AA0D77-E9A0-4C12-930E-34F31A28EC54}" srcId="{28BDF5DB-2E9A-452A-9E91-9D535D923D2A}" destId="{32173478-A9A6-41CF-B063-9C76A60032B7}" srcOrd="1" destOrd="0" parTransId="{7D065AEF-2D53-421A-96F2-3ABC040EB751}" sibTransId="{57694BCF-A0B4-45E6-869F-F306A5D80EE8}"/>
    <dgm:cxn modelId="{FF054A58-1407-44C1-B89D-BDF2ECAC7D03}" type="presOf" srcId="{28D2BF16-6C0C-4C18-BACB-E41CF311FF25}" destId="{0B481F50-4624-4671-9F2D-611EB3851A54}" srcOrd="0" destOrd="0" presId="urn:microsoft.com/office/officeart/2005/8/layout/vList2"/>
    <dgm:cxn modelId="{E3F3808D-E71D-41A4-A46F-1F02D8E1EC55}" srcId="{28BDF5DB-2E9A-452A-9E91-9D535D923D2A}" destId="{5953F760-31CB-42B4-9B77-EE952502E781}" srcOrd="2" destOrd="0" parTransId="{C8634E32-76D7-4E03-B340-A0D3C7DAA197}" sibTransId="{B7707849-1E1B-4A10-A951-242D2DE569DF}"/>
    <dgm:cxn modelId="{04DF45BD-2FEE-4B74-98B9-0677E9622A8A}" type="presOf" srcId="{28BDF5DB-2E9A-452A-9E91-9D535D923D2A}" destId="{5F956C3C-3823-4262-B525-D501A7BDF574}" srcOrd="0" destOrd="0" presId="urn:microsoft.com/office/officeart/2005/8/layout/vList2"/>
    <dgm:cxn modelId="{FBB59DD9-5BDE-420D-A0C3-AB30E66A7E23}" type="presOf" srcId="{32173478-A9A6-41CF-B063-9C76A60032B7}" destId="{ED3F2E67-0F47-44B5-83EB-7F7D4BCC377E}" srcOrd="0" destOrd="0" presId="urn:microsoft.com/office/officeart/2005/8/layout/vList2"/>
    <dgm:cxn modelId="{4B0D7F3F-8E33-4204-AF41-5936C1B36C9B}" type="presParOf" srcId="{5F956C3C-3823-4262-B525-D501A7BDF574}" destId="{F41A8BF0-21E9-438C-8E48-1A6ED8CE69EF}" srcOrd="0" destOrd="0" presId="urn:microsoft.com/office/officeart/2005/8/layout/vList2"/>
    <dgm:cxn modelId="{6195FBEE-E199-4CC3-80D3-4E8728E59AEA}" type="presParOf" srcId="{5F956C3C-3823-4262-B525-D501A7BDF574}" destId="{152CFEAD-1E35-422B-B86C-F9207817C554}" srcOrd="1" destOrd="0" presId="urn:microsoft.com/office/officeart/2005/8/layout/vList2"/>
    <dgm:cxn modelId="{74A3AE59-FF73-4D99-8C9C-72D65BEBD403}" type="presParOf" srcId="{5F956C3C-3823-4262-B525-D501A7BDF574}" destId="{ED3F2E67-0F47-44B5-83EB-7F7D4BCC377E}" srcOrd="2" destOrd="0" presId="urn:microsoft.com/office/officeart/2005/8/layout/vList2"/>
    <dgm:cxn modelId="{7E5F8E90-4156-42CF-913F-A1F1A2CB0C3A}" type="presParOf" srcId="{5F956C3C-3823-4262-B525-D501A7BDF574}" destId="{1B75D5DB-7D1A-41EA-98BD-CB6DEA338B50}" srcOrd="3" destOrd="0" presId="urn:microsoft.com/office/officeart/2005/8/layout/vList2"/>
    <dgm:cxn modelId="{71E94A5D-2079-4317-B498-9C0546853178}" type="presParOf" srcId="{5F956C3C-3823-4262-B525-D501A7BDF574}" destId="{C8E4832D-A3BE-4C56-8A13-BD6F80A885BB}" srcOrd="4" destOrd="0" presId="urn:microsoft.com/office/officeart/2005/8/layout/vList2"/>
    <dgm:cxn modelId="{324502B7-CD30-4DA6-8892-FF802093DB51}" type="presParOf" srcId="{5F956C3C-3823-4262-B525-D501A7BDF574}" destId="{02A191B8-E75F-4F26-89AD-5473B7CA7332}" srcOrd="5" destOrd="0" presId="urn:microsoft.com/office/officeart/2005/8/layout/vList2"/>
    <dgm:cxn modelId="{58DF3629-0B33-4321-9DBC-333C50CDD8F9}" type="presParOf" srcId="{5F956C3C-3823-4262-B525-D501A7BDF574}" destId="{0B481F50-4624-4671-9F2D-611EB3851A5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D94292F-518C-4504-9AF4-606D02A3245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D0A7850-291C-4410-9685-141CF59689E9}">
      <dgm:prSet/>
      <dgm:spPr/>
      <dgm:t>
        <a:bodyPr/>
        <a:lstStyle/>
        <a:p>
          <a:r>
            <a:rPr lang="en-US"/>
            <a:t>• Default threshold = 0.5</a:t>
          </a:r>
        </a:p>
      </dgm:t>
    </dgm:pt>
    <dgm:pt modelId="{AE2A3181-39C5-4026-A9B6-17AC36EE885C}" type="parTrans" cxnId="{BEDC3568-ADA6-42D2-9142-F6FBCBD40EC3}">
      <dgm:prSet/>
      <dgm:spPr/>
      <dgm:t>
        <a:bodyPr/>
        <a:lstStyle/>
        <a:p>
          <a:endParaRPr lang="en-US"/>
        </a:p>
      </dgm:t>
    </dgm:pt>
    <dgm:pt modelId="{395ADBEE-1F32-4D3A-8AF6-EF4A602561B0}" type="sibTrans" cxnId="{BEDC3568-ADA6-42D2-9142-F6FBCBD40EC3}">
      <dgm:prSet/>
      <dgm:spPr/>
      <dgm:t>
        <a:bodyPr/>
        <a:lstStyle/>
        <a:p>
          <a:endParaRPr lang="en-US"/>
        </a:p>
      </dgm:t>
    </dgm:pt>
    <dgm:pt modelId="{8522C79A-4ED3-4030-AA88-209AACDDBFEB}">
      <dgm:prSet/>
      <dgm:spPr/>
      <dgm:t>
        <a:bodyPr/>
        <a:lstStyle/>
        <a:p>
          <a:r>
            <a:rPr lang="en-US"/>
            <a:t>• Optimal threshold = 0.68</a:t>
          </a:r>
        </a:p>
      </dgm:t>
    </dgm:pt>
    <dgm:pt modelId="{369A744D-6328-41B5-944F-DA57519C336E}" type="parTrans" cxnId="{628526EC-F40D-440D-9E58-3C097A5CE500}">
      <dgm:prSet/>
      <dgm:spPr/>
      <dgm:t>
        <a:bodyPr/>
        <a:lstStyle/>
        <a:p>
          <a:endParaRPr lang="en-US"/>
        </a:p>
      </dgm:t>
    </dgm:pt>
    <dgm:pt modelId="{349986CF-815A-43D5-A44F-7E11C84E3515}" type="sibTrans" cxnId="{628526EC-F40D-440D-9E58-3C097A5CE500}">
      <dgm:prSet/>
      <dgm:spPr/>
      <dgm:t>
        <a:bodyPr/>
        <a:lstStyle/>
        <a:p>
          <a:endParaRPr lang="en-US"/>
        </a:p>
      </dgm:t>
    </dgm:pt>
    <dgm:pt modelId="{584EF42D-CE53-4FDB-8F5B-CB053C318B57}">
      <dgm:prSet/>
      <dgm:spPr/>
      <dgm:t>
        <a:bodyPr/>
        <a:lstStyle/>
        <a:p>
          <a:r>
            <a:rPr lang="en-US"/>
            <a:t>• Improved F1-score from 0.19 → 0.28</a:t>
          </a:r>
        </a:p>
      </dgm:t>
    </dgm:pt>
    <dgm:pt modelId="{3F249635-C636-4AC5-BFDA-9E955249044F}" type="parTrans" cxnId="{4C752531-CAF1-4E40-A6D6-DB46A0B6999A}">
      <dgm:prSet/>
      <dgm:spPr/>
      <dgm:t>
        <a:bodyPr/>
        <a:lstStyle/>
        <a:p>
          <a:endParaRPr lang="en-US"/>
        </a:p>
      </dgm:t>
    </dgm:pt>
    <dgm:pt modelId="{79E8983E-D983-47DA-87AA-6242F1ED4B78}" type="sibTrans" cxnId="{4C752531-CAF1-4E40-A6D6-DB46A0B6999A}">
      <dgm:prSet/>
      <dgm:spPr/>
      <dgm:t>
        <a:bodyPr/>
        <a:lstStyle/>
        <a:p>
          <a:endParaRPr lang="en-US"/>
        </a:p>
      </dgm:t>
    </dgm:pt>
    <dgm:pt modelId="{E1F21E59-B176-4305-BF89-DC7F2E98F8C7}" type="pres">
      <dgm:prSet presAssocID="{CD94292F-518C-4504-9AF4-606D02A3245B}" presName="linear" presStyleCnt="0">
        <dgm:presLayoutVars>
          <dgm:animLvl val="lvl"/>
          <dgm:resizeHandles val="exact"/>
        </dgm:presLayoutVars>
      </dgm:prSet>
      <dgm:spPr/>
    </dgm:pt>
    <dgm:pt modelId="{79ECA116-6E06-41B0-99F8-71D3A334068E}" type="pres">
      <dgm:prSet presAssocID="{7D0A7850-291C-4410-9685-141CF59689E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59AE035-26B9-4D88-8866-C425E2242FBB}" type="pres">
      <dgm:prSet presAssocID="{395ADBEE-1F32-4D3A-8AF6-EF4A602561B0}" presName="spacer" presStyleCnt="0"/>
      <dgm:spPr/>
    </dgm:pt>
    <dgm:pt modelId="{CB9122EE-0BDF-413B-8688-1B2700BFCB28}" type="pres">
      <dgm:prSet presAssocID="{8522C79A-4ED3-4030-AA88-209AACDDBFE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C5B6487-3A1D-4ED1-8E29-336EC5622E3D}" type="pres">
      <dgm:prSet presAssocID="{349986CF-815A-43D5-A44F-7E11C84E3515}" presName="spacer" presStyleCnt="0"/>
      <dgm:spPr/>
    </dgm:pt>
    <dgm:pt modelId="{047CDBF5-24B1-420D-A183-5BD2800E4A9B}" type="pres">
      <dgm:prSet presAssocID="{584EF42D-CE53-4FDB-8F5B-CB053C318B5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4D66907-53A0-4F06-9449-0A8C7B1BB511}" type="presOf" srcId="{7D0A7850-291C-4410-9685-141CF59689E9}" destId="{79ECA116-6E06-41B0-99F8-71D3A334068E}" srcOrd="0" destOrd="0" presId="urn:microsoft.com/office/officeart/2005/8/layout/vList2"/>
    <dgm:cxn modelId="{4C752531-CAF1-4E40-A6D6-DB46A0B6999A}" srcId="{CD94292F-518C-4504-9AF4-606D02A3245B}" destId="{584EF42D-CE53-4FDB-8F5B-CB053C318B57}" srcOrd="2" destOrd="0" parTransId="{3F249635-C636-4AC5-BFDA-9E955249044F}" sibTransId="{79E8983E-D983-47DA-87AA-6242F1ED4B78}"/>
    <dgm:cxn modelId="{A06ABB61-8599-43EC-B171-CA35577F9BA5}" type="presOf" srcId="{8522C79A-4ED3-4030-AA88-209AACDDBFEB}" destId="{CB9122EE-0BDF-413B-8688-1B2700BFCB28}" srcOrd="0" destOrd="0" presId="urn:microsoft.com/office/officeart/2005/8/layout/vList2"/>
    <dgm:cxn modelId="{BEDC3568-ADA6-42D2-9142-F6FBCBD40EC3}" srcId="{CD94292F-518C-4504-9AF4-606D02A3245B}" destId="{7D0A7850-291C-4410-9685-141CF59689E9}" srcOrd="0" destOrd="0" parTransId="{AE2A3181-39C5-4026-A9B6-17AC36EE885C}" sibTransId="{395ADBEE-1F32-4D3A-8AF6-EF4A602561B0}"/>
    <dgm:cxn modelId="{62B8DF79-C209-46EB-9941-CAFBFC647873}" type="presOf" srcId="{584EF42D-CE53-4FDB-8F5B-CB053C318B57}" destId="{047CDBF5-24B1-420D-A183-5BD2800E4A9B}" srcOrd="0" destOrd="0" presId="urn:microsoft.com/office/officeart/2005/8/layout/vList2"/>
    <dgm:cxn modelId="{03961BEC-15C1-4039-9990-BEAC8C456301}" type="presOf" srcId="{CD94292F-518C-4504-9AF4-606D02A3245B}" destId="{E1F21E59-B176-4305-BF89-DC7F2E98F8C7}" srcOrd="0" destOrd="0" presId="urn:microsoft.com/office/officeart/2005/8/layout/vList2"/>
    <dgm:cxn modelId="{628526EC-F40D-440D-9E58-3C097A5CE500}" srcId="{CD94292F-518C-4504-9AF4-606D02A3245B}" destId="{8522C79A-4ED3-4030-AA88-209AACDDBFEB}" srcOrd="1" destOrd="0" parTransId="{369A744D-6328-41B5-944F-DA57519C336E}" sibTransId="{349986CF-815A-43D5-A44F-7E11C84E3515}"/>
    <dgm:cxn modelId="{56A3C6F4-68FE-4795-AC8D-6126E6B4DB8B}" type="presParOf" srcId="{E1F21E59-B176-4305-BF89-DC7F2E98F8C7}" destId="{79ECA116-6E06-41B0-99F8-71D3A334068E}" srcOrd="0" destOrd="0" presId="urn:microsoft.com/office/officeart/2005/8/layout/vList2"/>
    <dgm:cxn modelId="{F5BABDAD-1EFC-4ED2-88D1-30F0D76EA058}" type="presParOf" srcId="{E1F21E59-B176-4305-BF89-DC7F2E98F8C7}" destId="{C59AE035-26B9-4D88-8866-C425E2242FBB}" srcOrd="1" destOrd="0" presId="urn:microsoft.com/office/officeart/2005/8/layout/vList2"/>
    <dgm:cxn modelId="{7A8A5B6A-6925-4460-ACC1-80FDF5016DAF}" type="presParOf" srcId="{E1F21E59-B176-4305-BF89-DC7F2E98F8C7}" destId="{CB9122EE-0BDF-413B-8688-1B2700BFCB28}" srcOrd="2" destOrd="0" presId="urn:microsoft.com/office/officeart/2005/8/layout/vList2"/>
    <dgm:cxn modelId="{1E71F438-E832-45AD-A9C3-1432355613AC}" type="presParOf" srcId="{E1F21E59-B176-4305-BF89-DC7F2E98F8C7}" destId="{0C5B6487-3A1D-4ED1-8E29-336EC5622E3D}" srcOrd="3" destOrd="0" presId="urn:microsoft.com/office/officeart/2005/8/layout/vList2"/>
    <dgm:cxn modelId="{3D379DCA-A9DC-43E7-85E7-7DEBF730D586}" type="presParOf" srcId="{E1F21E59-B176-4305-BF89-DC7F2E98F8C7}" destId="{047CDBF5-24B1-420D-A183-5BD2800E4A9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29F9A59-CD38-4AD5-9FBD-8E5602009CB5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DA60BF6-6AF8-4B65-B5AF-4DD699B45554}">
      <dgm:prSet/>
      <dgm:spPr/>
      <dgm:t>
        <a:bodyPr/>
        <a:lstStyle/>
        <a:p>
          <a:r>
            <a:rPr lang="en-US"/>
            <a:t>• F1-score (high-risk): 0.28</a:t>
          </a:r>
        </a:p>
      </dgm:t>
    </dgm:pt>
    <dgm:pt modelId="{AD6D2FF8-2311-4B26-AF70-0A7AB8272D30}" type="parTrans" cxnId="{9A693771-4F6B-4623-B5EB-BEC54374D7CE}">
      <dgm:prSet/>
      <dgm:spPr/>
      <dgm:t>
        <a:bodyPr/>
        <a:lstStyle/>
        <a:p>
          <a:endParaRPr lang="en-US"/>
        </a:p>
      </dgm:t>
    </dgm:pt>
    <dgm:pt modelId="{13F89108-5E39-4634-B14A-AEC7F4893DA6}" type="sibTrans" cxnId="{9A693771-4F6B-4623-B5EB-BEC54374D7CE}">
      <dgm:prSet/>
      <dgm:spPr/>
      <dgm:t>
        <a:bodyPr/>
        <a:lstStyle/>
        <a:p>
          <a:endParaRPr lang="en-US"/>
        </a:p>
      </dgm:t>
    </dgm:pt>
    <dgm:pt modelId="{E3C5ECD4-CDA7-49DE-A8A8-F2D3DF58617F}">
      <dgm:prSet/>
      <dgm:spPr/>
      <dgm:t>
        <a:bodyPr/>
        <a:lstStyle/>
        <a:p>
          <a:r>
            <a:rPr lang="en-US"/>
            <a:t>• Accuracy: 88% (misleading)</a:t>
          </a:r>
        </a:p>
      </dgm:t>
    </dgm:pt>
    <dgm:pt modelId="{AC7A56FE-E228-4FA2-AB42-96B188F35FB8}" type="parTrans" cxnId="{671FA120-2D64-4985-AFEA-77195BD855B2}">
      <dgm:prSet/>
      <dgm:spPr/>
      <dgm:t>
        <a:bodyPr/>
        <a:lstStyle/>
        <a:p>
          <a:endParaRPr lang="en-US"/>
        </a:p>
      </dgm:t>
    </dgm:pt>
    <dgm:pt modelId="{40E4D2B8-AFC9-4EF7-AB5E-C0378C424836}" type="sibTrans" cxnId="{671FA120-2D64-4985-AFEA-77195BD855B2}">
      <dgm:prSet/>
      <dgm:spPr/>
      <dgm:t>
        <a:bodyPr/>
        <a:lstStyle/>
        <a:p>
          <a:endParaRPr lang="en-US"/>
        </a:p>
      </dgm:t>
    </dgm:pt>
    <dgm:pt modelId="{93486717-14CE-4454-9C3C-19E3B38A863A}">
      <dgm:prSet/>
      <dgm:spPr/>
      <dgm:t>
        <a:bodyPr/>
        <a:lstStyle/>
        <a:p>
          <a:r>
            <a:rPr lang="en-US"/>
            <a:t>• AUC: 0.74 (moderate performance)</a:t>
          </a:r>
        </a:p>
      </dgm:t>
    </dgm:pt>
    <dgm:pt modelId="{BF80B797-1D09-436D-A9AF-02FF71F68B4F}" type="parTrans" cxnId="{D5061987-0469-41D9-A029-9C13DB7601B6}">
      <dgm:prSet/>
      <dgm:spPr/>
      <dgm:t>
        <a:bodyPr/>
        <a:lstStyle/>
        <a:p>
          <a:endParaRPr lang="en-US"/>
        </a:p>
      </dgm:t>
    </dgm:pt>
    <dgm:pt modelId="{3476034F-9FF6-4793-8EC0-96C3C9F5463A}" type="sibTrans" cxnId="{D5061987-0469-41D9-A029-9C13DB7601B6}">
      <dgm:prSet/>
      <dgm:spPr/>
      <dgm:t>
        <a:bodyPr/>
        <a:lstStyle/>
        <a:p>
          <a:endParaRPr lang="en-US"/>
        </a:p>
      </dgm:t>
    </dgm:pt>
    <dgm:pt modelId="{1A1499C0-BDF8-4E38-910E-CA34A6EC2AE9}" type="pres">
      <dgm:prSet presAssocID="{829F9A59-CD38-4AD5-9FBD-8E5602009CB5}" presName="diagram" presStyleCnt="0">
        <dgm:presLayoutVars>
          <dgm:dir/>
          <dgm:resizeHandles val="exact"/>
        </dgm:presLayoutVars>
      </dgm:prSet>
      <dgm:spPr/>
    </dgm:pt>
    <dgm:pt modelId="{C01EA86D-0885-4A24-857F-C885C85578FE}" type="pres">
      <dgm:prSet presAssocID="{9DA60BF6-6AF8-4B65-B5AF-4DD699B45554}" presName="node" presStyleLbl="node1" presStyleIdx="0" presStyleCnt="3">
        <dgm:presLayoutVars>
          <dgm:bulletEnabled val="1"/>
        </dgm:presLayoutVars>
      </dgm:prSet>
      <dgm:spPr/>
    </dgm:pt>
    <dgm:pt modelId="{9E40B384-912C-47FE-9DEC-9ED7A8AAE04C}" type="pres">
      <dgm:prSet presAssocID="{13F89108-5E39-4634-B14A-AEC7F4893DA6}" presName="sibTrans" presStyleCnt="0"/>
      <dgm:spPr/>
    </dgm:pt>
    <dgm:pt modelId="{7BE436E3-EEF2-4348-A2C8-DA5BDC598E37}" type="pres">
      <dgm:prSet presAssocID="{E3C5ECD4-CDA7-49DE-A8A8-F2D3DF58617F}" presName="node" presStyleLbl="node1" presStyleIdx="1" presStyleCnt="3">
        <dgm:presLayoutVars>
          <dgm:bulletEnabled val="1"/>
        </dgm:presLayoutVars>
      </dgm:prSet>
      <dgm:spPr/>
    </dgm:pt>
    <dgm:pt modelId="{A40F859D-5D5B-46F9-B4B7-FA2F64A7E622}" type="pres">
      <dgm:prSet presAssocID="{40E4D2B8-AFC9-4EF7-AB5E-C0378C424836}" presName="sibTrans" presStyleCnt="0"/>
      <dgm:spPr/>
    </dgm:pt>
    <dgm:pt modelId="{04B248B6-2DAB-4EA0-9F58-B3C0B3F9417B}" type="pres">
      <dgm:prSet presAssocID="{93486717-14CE-4454-9C3C-19E3B38A863A}" presName="node" presStyleLbl="node1" presStyleIdx="2" presStyleCnt="3">
        <dgm:presLayoutVars>
          <dgm:bulletEnabled val="1"/>
        </dgm:presLayoutVars>
      </dgm:prSet>
      <dgm:spPr/>
    </dgm:pt>
  </dgm:ptLst>
  <dgm:cxnLst>
    <dgm:cxn modelId="{CA11300B-16F7-460E-9B95-0D86A83CEBEE}" type="presOf" srcId="{E3C5ECD4-CDA7-49DE-A8A8-F2D3DF58617F}" destId="{7BE436E3-EEF2-4348-A2C8-DA5BDC598E37}" srcOrd="0" destOrd="0" presId="urn:microsoft.com/office/officeart/2005/8/layout/default"/>
    <dgm:cxn modelId="{A7467E1B-AC1A-4AF5-A1B5-E0C693A49B5F}" type="presOf" srcId="{9DA60BF6-6AF8-4B65-B5AF-4DD699B45554}" destId="{C01EA86D-0885-4A24-857F-C885C85578FE}" srcOrd="0" destOrd="0" presId="urn:microsoft.com/office/officeart/2005/8/layout/default"/>
    <dgm:cxn modelId="{671FA120-2D64-4985-AFEA-77195BD855B2}" srcId="{829F9A59-CD38-4AD5-9FBD-8E5602009CB5}" destId="{E3C5ECD4-CDA7-49DE-A8A8-F2D3DF58617F}" srcOrd="1" destOrd="0" parTransId="{AC7A56FE-E228-4FA2-AB42-96B188F35FB8}" sibTransId="{40E4D2B8-AFC9-4EF7-AB5E-C0378C424836}"/>
    <dgm:cxn modelId="{C36CF34C-4C44-471F-B971-9C1A433759C1}" type="presOf" srcId="{829F9A59-CD38-4AD5-9FBD-8E5602009CB5}" destId="{1A1499C0-BDF8-4E38-910E-CA34A6EC2AE9}" srcOrd="0" destOrd="0" presId="urn:microsoft.com/office/officeart/2005/8/layout/default"/>
    <dgm:cxn modelId="{9A693771-4F6B-4623-B5EB-BEC54374D7CE}" srcId="{829F9A59-CD38-4AD5-9FBD-8E5602009CB5}" destId="{9DA60BF6-6AF8-4B65-B5AF-4DD699B45554}" srcOrd="0" destOrd="0" parTransId="{AD6D2FF8-2311-4B26-AF70-0A7AB8272D30}" sibTransId="{13F89108-5E39-4634-B14A-AEC7F4893DA6}"/>
    <dgm:cxn modelId="{D5061987-0469-41D9-A029-9C13DB7601B6}" srcId="{829F9A59-CD38-4AD5-9FBD-8E5602009CB5}" destId="{93486717-14CE-4454-9C3C-19E3B38A863A}" srcOrd="2" destOrd="0" parTransId="{BF80B797-1D09-436D-A9AF-02FF71F68B4F}" sibTransId="{3476034F-9FF6-4793-8EC0-96C3C9F5463A}"/>
    <dgm:cxn modelId="{BC463598-B2FD-4D24-A6BD-30BEF4B86C67}" type="presOf" srcId="{93486717-14CE-4454-9C3C-19E3B38A863A}" destId="{04B248B6-2DAB-4EA0-9F58-B3C0B3F9417B}" srcOrd="0" destOrd="0" presId="urn:microsoft.com/office/officeart/2005/8/layout/default"/>
    <dgm:cxn modelId="{2FA13B81-27EB-4D0C-9BDF-4DABC88CE454}" type="presParOf" srcId="{1A1499C0-BDF8-4E38-910E-CA34A6EC2AE9}" destId="{C01EA86D-0885-4A24-857F-C885C85578FE}" srcOrd="0" destOrd="0" presId="urn:microsoft.com/office/officeart/2005/8/layout/default"/>
    <dgm:cxn modelId="{589FCFD5-CAAD-410D-9A64-35AB46BA2F6D}" type="presParOf" srcId="{1A1499C0-BDF8-4E38-910E-CA34A6EC2AE9}" destId="{9E40B384-912C-47FE-9DEC-9ED7A8AAE04C}" srcOrd="1" destOrd="0" presId="urn:microsoft.com/office/officeart/2005/8/layout/default"/>
    <dgm:cxn modelId="{3D10A09D-8B84-431C-A7D3-05997D265D6E}" type="presParOf" srcId="{1A1499C0-BDF8-4E38-910E-CA34A6EC2AE9}" destId="{7BE436E3-EEF2-4348-A2C8-DA5BDC598E37}" srcOrd="2" destOrd="0" presId="urn:microsoft.com/office/officeart/2005/8/layout/default"/>
    <dgm:cxn modelId="{B1D3EB2A-069A-4C0D-9CA4-1FA0C9F949A9}" type="presParOf" srcId="{1A1499C0-BDF8-4E38-910E-CA34A6EC2AE9}" destId="{A40F859D-5D5B-46F9-B4B7-FA2F64A7E622}" srcOrd="3" destOrd="0" presId="urn:microsoft.com/office/officeart/2005/8/layout/default"/>
    <dgm:cxn modelId="{DB568455-7ADC-4964-98CB-A1025E150F12}" type="presParOf" srcId="{1A1499C0-BDF8-4E38-910E-CA34A6EC2AE9}" destId="{04B248B6-2DAB-4EA0-9F58-B3C0B3F9417B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70212DD-D0EE-4A95-9B0D-6D5A400EEF8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8F4E762-205E-46EF-9321-EAFF1D1188A9}">
      <dgm:prSet/>
      <dgm:spPr/>
      <dgm:t>
        <a:bodyPr/>
        <a:lstStyle/>
        <a:p>
          <a:r>
            <a:rPr lang="en-US"/>
            <a:t>• Model detects some high-risk orders</a:t>
          </a:r>
        </a:p>
      </dgm:t>
    </dgm:pt>
    <dgm:pt modelId="{28A2B931-178D-43E7-A64B-08D055072E58}" type="parTrans" cxnId="{A1CDDBE2-7405-4E74-9FC2-0374160BA085}">
      <dgm:prSet/>
      <dgm:spPr/>
      <dgm:t>
        <a:bodyPr/>
        <a:lstStyle/>
        <a:p>
          <a:endParaRPr lang="en-US"/>
        </a:p>
      </dgm:t>
    </dgm:pt>
    <dgm:pt modelId="{8B87BE14-D91E-4137-AD2A-681D35AEEFCF}" type="sibTrans" cxnId="{A1CDDBE2-7405-4E74-9FC2-0374160BA085}">
      <dgm:prSet/>
      <dgm:spPr/>
      <dgm:t>
        <a:bodyPr/>
        <a:lstStyle/>
        <a:p>
          <a:endParaRPr lang="en-US"/>
        </a:p>
      </dgm:t>
    </dgm:pt>
    <dgm:pt modelId="{9AFE6467-9B08-4567-839A-32BFA8C82CE1}">
      <dgm:prSet/>
      <dgm:spPr/>
      <dgm:t>
        <a:bodyPr/>
        <a:lstStyle/>
        <a:p>
          <a:r>
            <a:rPr lang="en-US"/>
            <a:t>• Many false positives (low precision)</a:t>
          </a:r>
        </a:p>
      </dgm:t>
    </dgm:pt>
    <dgm:pt modelId="{F8015E49-9964-43EB-941D-9EFB6021F26D}" type="parTrans" cxnId="{7AC31FF6-7E9F-46A9-8152-CEB6950C75E0}">
      <dgm:prSet/>
      <dgm:spPr/>
      <dgm:t>
        <a:bodyPr/>
        <a:lstStyle/>
        <a:p>
          <a:endParaRPr lang="en-US"/>
        </a:p>
      </dgm:t>
    </dgm:pt>
    <dgm:pt modelId="{0031BC61-0F13-403F-BA51-80212F7A0291}" type="sibTrans" cxnId="{7AC31FF6-7E9F-46A9-8152-CEB6950C75E0}">
      <dgm:prSet/>
      <dgm:spPr/>
      <dgm:t>
        <a:bodyPr/>
        <a:lstStyle/>
        <a:p>
          <a:endParaRPr lang="en-US"/>
        </a:p>
      </dgm:t>
    </dgm:pt>
    <dgm:pt modelId="{5049BB09-D174-43DB-AC60-C4445BE58472}">
      <dgm:prSet/>
      <dgm:spPr/>
      <dgm:t>
        <a:bodyPr/>
        <a:lstStyle/>
        <a:p>
          <a:r>
            <a:rPr lang="en-US"/>
            <a:t>• Misses many true high-risk cases</a:t>
          </a:r>
        </a:p>
      </dgm:t>
    </dgm:pt>
    <dgm:pt modelId="{F49A07D1-964B-427F-AF98-5320D60F902B}" type="parTrans" cxnId="{BE5C8761-FDD9-4B1D-9FE1-D91E75016E1C}">
      <dgm:prSet/>
      <dgm:spPr/>
      <dgm:t>
        <a:bodyPr/>
        <a:lstStyle/>
        <a:p>
          <a:endParaRPr lang="en-US"/>
        </a:p>
      </dgm:t>
    </dgm:pt>
    <dgm:pt modelId="{11509F69-6558-485E-B09A-9DEB93BDE0A1}" type="sibTrans" cxnId="{BE5C8761-FDD9-4B1D-9FE1-D91E75016E1C}">
      <dgm:prSet/>
      <dgm:spPr/>
      <dgm:t>
        <a:bodyPr/>
        <a:lstStyle/>
        <a:p>
          <a:endParaRPr lang="en-US"/>
        </a:p>
      </dgm:t>
    </dgm:pt>
    <dgm:pt modelId="{C5F4A53D-5A24-4046-BA9D-3907000A4F52}" type="pres">
      <dgm:prSet presAssocID="{370212DD-D0EE-4A95-9B0D-6D5A400EEF82}" presName="linear" presStyleCnt="0">
        <dgm:presLayoutVars>
          <dgm:animLvl val="lvl"/>
          <dgm:resizeHandles val="exact"/>
        </dgm:presLayoutVars>
      </dgm:prSet>
      <dgm:spPr/>
    </dgm:pt>
    <dgm:pt modelId="{04617AD4-1464-4656-A9C4-8727041A2376}" type="pres">
      <dgm:prSet presAssocID="{58F4E762-205E-46EF-9321-EAFF1D1188A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8CF4CBE-92F1-47B7-A1D4-A93FE19B00E6}" type="pres">
      <dgm:prSet presAssocID="{8B87BE14-D91E-4137-AD2A-681D35AEEFCF}" presName="spacer" presStyleCnt="0"/>
      <dgm:spPr/>
    </dgm:pt>
    <dgm:pt modelId="{84386CF7-A081-42C0-9F62-EE6DD65BF85D}" type="pres">
      <dgm:prSet presAssocID="{9AFE6467-9B08-4567-839A-32BFA8C82CE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CA7DB41-F3C5-4EB7-9858-C76B33AB3DC0}" type="pres">
      <dgm:prSet presAssocID="{0031BC61-0F13-403F-BA51-80212F7A0291}" presName="spacer" presStyleCnt="0"/>
      <dgm:spPr/>
    </dgm:pt>
    <dgm:pt modelId="{44F9DD77-21DC-45D3-87D2-986C0F1CB578}" type="pres">
      <dgm:prSet presAssocID="{5049BB09-D174-43DB-AC60-C4445BE5847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E5C8761-FDD9-4B1D-9FE1-D91E75016E1C}" srcId="{370212DD-D0EE-4A95-9B0D-6D5A400EEF82}" destId="{5049BB09-D174-43DB-AC60-C4445BE58472}" srcOrd="2" destOrd="0" parTransId="{F49A07D1-964B-427F-AF98-5320D60F902B}" sibTransId="{11509F69-6558-485E-B09A-9DEB93BDE0A1}"/>
    <dgm:cxn modelId="{24D90843-345F-4ABE-82BE-ED640B5391A4}" type="presOf" srcId="{58F4E762-205E-46EF-9321-EAFF1D1188A9}" destId="{04617AD4-1464-4656-A9C4-8727041A2376}" srcOrd="0" destOrd="0" presId="urn:microsoft.com/office/officeart/2005/8/layout/vList2"/>
    <dgm:cxn modelId="{3178FD9E-1B75-4E15-BD0E-69D03135CA1A}" type="presOf" srcId="{370212DD-D0EE-4A95-9B0D-6D5A400EEF82}" destId="{C5F4A53D-5A24-4046-BA9D-3907000A4F52}" srcOrd="0" destOrd="0" presId="urn:microsoft.com/office/officeart/2005/8/layout/vList2"/>
    <dgm:cxn modelId="{A1CDDBE2-7405-4E74-9FC2-0374160BA085}" srcId="{370212DD-D0EE-4A95-9B0D-6D5A400EEF82}" destId="{58F4E762-205E-46EF-9321-EAFF1D1188A9}" srcOrd="0" destOrd="0" parTransId="{28A2B931-178D-43E7-A64B-08D055072E58}" sibTransId="{8B87BE14-D91E-4137-AD2A-681D35AEEFCF}"/>
    <dgm:cxn modelId="{C6582CF2-7E89-48B4-A72A-A2A21ECCD2AA}" type="presOf" srcId="{9AFE6467-9B08-4567-839A-32BFA8C82CE1}" destId="{84386CF7-A081-42C0-9F62-EE6DD65BF85D}" srcOrd="0" destOrd="0" presId="urn:microsoft.com/office/officeart/2005/8/layout/vList2"/>
    <dgm:cxn modelId="{772E7DF5-748F-45D8-A455-26FFC5C56235}" type="presOf" srcId="{5049BB09-D174-43DB-AC60-C4445BE58472}" destId="{44F9DD77-21DC-45D3-87D2-986C0F1CB578}" srcOrd="0" destOrd="0" presId="urn:microsoft.com/office/officeart/2005/8/layout/vList2"/>
    <dgm:cxn modelId="{7AC31FF6-7E9F-46A9-8152-CEB6950C75E0}" srcId="{370212DD-D0EE-4A95-9B0D-6D5A400EEF82}" destId="{9AFE6467-9B08-4567-839A-32BFA8C82CE1}" srcOrd="1" destOrd="0" parTransId="{F8015E49-9964-43EB-941D-9EFB6021F26D}" sibTransId="{0031BC61-0F13-403F-BA51-80212F7A0291}"/>
    <dgm:cxn modelId="{DBDC6815-1E7E-466C-BA0F-86F04241CC7D}" type="presParOf" srcId="{C5F4A53D-5A24-4046-BA9D-3907000A4F52}" destId="{04617AD4-1464-4656-A9C4-8727041A2376}" srcOrd="0" destOrd="0" presId="urn:microsoft.com/office/officeart/2005/8/layout/vList2"/>
    <dgm:cxn modelId="{8779048A-8955-4DD7-8B0B-A694F21D9154}" type="presParOf" srcId="{C5F4A53D-5A24-4046-BA9D-3907000A4F52}" destId="{D8CF4CBE-92F1-47B7-A1D4-A93FE19B00E6}" srcOrd="1" destOrd="0" presId="urn:microsoft.com/office/officeart/2005/8/layout/vList2"/>
    <dgm:cxn modelId="{7F74F90F-0E2B-4642-98F5-F00A0485D5AF}" type="presParOf" srcId="{C5F4A53D-5A24-4046-BA9D-3907000A4F52}" destId="{84386CF7-A081-42C0-9F62-EE6DD65BF85D}" srcOrd="2" destOrd="0" presId="urn:microsoft.com/office/officeart/2005/8/layout/vList2"/>
    <dgm:cxn modelId="{3EA90C37-3AE2-4264-BD4E-3F1BCD1125D3}" type="presParOf" srcId="{C5F4A53D-5A24-4046-BA9D-3907000A4F52}" destId="{3CA7DB41-F3C5-4EB7-9858-C76B33AB3DC0}" srcOrd="3" destOrd="0" presId="urn:microsoft.com/office/officeart/2005/8/layout/vList2"/>
    <dgm:cxn modelId="{A5BC339A-5699-4545-967F-FD307268AAE0}" type="presParOf" srcId="{C5F4A53D-5A24-4046-BA9D-3907000A4F52}" destId="{44F9DD77-21DC-45D3-87D2-986C0F1CB57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799E7C8-EC19-4EBB-AC6A-E1315B9E5FA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4E41ABE-0E84-4855-B51C-2F6A4F2B15E6}">
      <dgm:prSet/>
      <dgm:spPr/>
      <dgm:t>
        <a:bodyPr/>
        <a:lstStyle/>
        <a:p>
          <a:pPr>
            <a:defRPr cap="all"/>
          </a:pPr>
          <a:r>
            <a:rPr lang="en-US"/>
            <a:t>• Increasing F1 reduced recall</a:t>
          </a:r>
        </a:p>
      </dgm:t>
    </dgm:pt>
    <dgm:pt modelId="{DDC55203-EB98-4FB4-BC43-B0A3B04DBA9A}" type="parTrans" cxnId="{76D242A5-F520-44EE-9194-9292D94DFFBC}">
      <dgm:prSet/>
      <dgm:spPr/>
      <dgm:t>
        <a:bodyPr/>
        <a:lstStyle/>
        <a:p>
          <a:endParaRPr lang="en-US"/>
        </a:p>
      </dgm:t>
    </dgm:pt>
    <dgm:pt modelId="{D48EE3BC-645F-4F38-96B8-00B406ECAA35}" type="sibTrans" cxnId="{76D242A5-F520-44EE-9194-9292D94DFFBC}">
      <dgm:prSet/>
      <dgm:spPr/>
      <dgm:t>
        <a:bodyPr/>
        <a:lstStyle/>
        <a:p>
          <a:endParaRPr lang="en-US"/>
        </a:p>
      </dgm:t>
    </dgm:pt>
    <dgm:pt modelId="{7820BF64-C256-4DC9-B7B4-D434B703B396}">
      <dgm:prSet/>
      <dgm:spPr/>
      <dgm:t>
        <a:bodyPr/>
        <a:lstStyle/>
        <a:p>
          <a:pPr>
            <a:defRPr cap="all"/>
          </a:pPr>
          <a:r>
            <a:rPr lang="en-US"/>
            <a:t>• More missed high-risk orders</a:t>
          </a:r>
        </a:p>
      </dgm:t>
    </dgm:pt>
    <dgm:pt modelId="{39501FE0-72F6-4EA8-B5F6-6F6206CD121B}" type="parTrans" cxnId="{10E57C87-B426-4A68-99E4-AA508B9CCB4C}">
      <dgm:prSet/>
      <dgm:spPr/>
      <dgm:t>
        <a:bodyPr/>
        <a:lstStyle/>
        <a:p>
          <a:endParaRPr lang="en-US"/>
        </a:p>
      </dgm:t>
    </dgm:pt>
    <dgm:pt modelId="{F48DE878-5E57-486E-A193-370516200C54}" type="sibTrans" cxnId="{10E57C87-B426-4A68-99E4-AA508B9CCB4C}">
      <dgm:prSet/>
      <dgm:spPr/>
      <dgm:t>
        <a:bodyPr/>
        <a:lstStyle/>
        <a:p>
          <a:endParaRPr lang="en-US"/>
        </a:p>
      </dgm:t>
    </dgm:pt>
    <dgm:pt modelId="{44D99D37-16D7-4759-881D-919D7CE6664A}">
      <dgm:prSet/>
      <dgm:spPr/>
      <dgm:t>
        <a:bodyPr/>
        <a:lstStyle/>
        <a:p>
          <a:pPr>
            <a:defRPr cap="all"/>
          </a:pPr>
          <a:r>
            <a:rPr lang="en-US"/>
            <a:t>• Business may prefer higher recall</a:t>
          </a:r>
        </a:p>
      </dgm:t>
    </dgm:pt>
    <dgm:pt modelId="{B950190F-4267-416C-A12E-CAD5E18E0865}" type="parTrans" cxnId="{A8497EEF-174C-48B9-8A9B-06E5D35406B0}">
      <dgm:prSet/>
      <dgm:spPr/>
      <dgm:t>
        <a:bodyPr/>
        <a:lstStyle/>
        <a:p>
          <a:endParaRPr lang="en-US"/>
        </a:p>
      </dgm:t>
    </dgm:pt>
    <dgm:pt modelId="{1DED0557-AC6D-463E-B365-E68C2DEEA684}" type="sibTrans" cxnId="{A8497EEF-174C-48B9-8A9B-06E5D35406B0}">
      <dgm:prSet/>
      <dgm:spPr/>
      <dgm:t>
        <a:bodyPr/>
        <a:lstStyle/>
        <a:p>
          <a:endParaRPr lang="en-US"/>
        </a:p>
      </dgm:t>
    </dgm:pt>
    <dgm:pt modelId="{C7564A1B-08C6-4963-8479-25055532CECE}" type="pres">
      <dgm:prSet presAssocID="{B799E7C8-EC19-4EBB-AC6A-E1315B9E5FA0}" presName="root" presStyleCnt="0">
        <dgm:presLayoutVars>
          <dgm:dir/>
          <dgm:resizeHandles val="exact"/>
        </dgm:presLayoutVars>
      </dgm:prSet>
      <dgm:spPr/>
    </dgm:pt>
    <dgm:pt modelId="{B5E89D34-C9A6-443C-83FD-06D689A9AF50}" type="pres">
      <dgm:prSet presAssocID="{F4E41ABE-0E84-4855-B51C-2F6A4F2B15E6}" presName="compNode" presStyleCnt="0"/>
      <dgm:spPr/>
    </dgm:pt>
    <dgm:pt modelId="{F70786BC-E7F7-4043-B36A-A09A4BFBE2B3}" type="pres">
      <dgm:prSet presAssocID="{F4E41ABE-0E84-4855-B51C-2F6A4F2B15E6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6DFB842-DA55-4783-90BE-EC447BD77248}" type="pres">
      <dgm:prSet presAssocID="{F4E41ABE-0E84-4855-B51C-2F6A4F2B15E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B6E12A4-196A-4E0E-B3DF-AEC7E66F3DEF}" type="pres">
      <dgm:prSet presAssocID="{F4E41ABE-0E84-4855-B51C-2F6A4F2B15E6}" presName="spaceRect" presStyleCnt="0"/>
      <dgm:spPr/>
    </dgm:pt>
    <dgm:pt modelId="{15CC11D2-B43F-4314-843C-D2C765CD35FA}" type="pres">
      <dgm:prSet presAssocID="{F4E41ABE-0E84-4855-B51C-2F6A4F2B15E6}" presName="textRect" presStyleLbl="revTx" presStyleIdx="0" presStyleCnt="3">
        <dgm:presLayoutVars>
          <dgm:chMax val="1"/>
          <dgm:chPref val="1"/>
        </dgm:presLayoutVars>
      </dgm:prSet>
      <dgm:spPr/>
    </dgm:pt>
    <dgm:pt modelId="{92FE3C28-1C3A-4BBA-8409-93812DA3EFB8}" type="pres">
      <dgm:prSet presAssocID="{D48EE3BC-645F-4F38-96B8-00B406ECAA35}" presName="sibTrans" presStyleCnt="0"/>
      <dgm:spPr/>
    </dgm:pt>
    <dgm:pt modelId="{B1464197-9020-4218-919B-E1A33C072181}" type="pres">
      <dgm:prSet presAssocID="{7820BF64-C256-4DC9-B7B4-D434B703B396}" presName="compNode" presStyleCnt="0"/>
      <dgm:spPr/>
    </dgm:pt>
    <dgm:pt modelId="{0846D2CD-87A4-4B95-8B5D-C2FFC6FA5373}" type="pres">
      <dgm:prSet presAssocID="{7820BF64-C256-4DC9-B7B4-D434B703B396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C5D2650-F249-4702-89AE-39A10C16C449}" type="pres">
      <dgm:prSet presAssocID="{7820BF64-C256-4DC9-B7B4-D434B703B39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2615D404-FF10-41F3-9FFA-981F019E2427}" type="pres">
      <dgm:prSet presAssocID="{7820BF64-C256-4DC9-B7B4-D434B703B396}" presName="spaceRect" presStyleCnt="0"/>
      <dgm:spPr/>
    </dgm:pt>
    <dgm:pt modelId="{85B0CB04-A4C2-4594-B3AE-955ED8AD5477}" type="pres">
      <dgm:prSet presAssocID="{7820BF64-C256-4DC9-B7B4-D434B703B396}" presName="textRect" presStyleLbl="revTx" presStyleIdx="1" presStyleCnt="3">
        <dgm:presLayoutVars>
          <dgm:chMax val="1"/>
          <dgm:chPref val="1"/>
        </dgm:presLayoutVars>
      </dgm:prSet>
      <dgm:spPr/>
    </dgm:pt>
    <dgm:pt modelId="{814125F3-EA8E-4C83-ACBF-C476BFE4B70E}" type="pres">
      <dgm:prSet presAssocID="{F48DE878-5E57-486E-A193-370516200C54}" presName="sibTrans" presStyleCnt="0"/>
      <dgm:spPr/>
    </dgm:pt>
    <dgm:pt modelId="{451559EE-4CA0-4EAE-8EB0-55E251D31FB6}" type="pres">
      <dgm:prSet presAssocID="{44D99D37-16D7-4759-881D-919D7CE6664A}" presName="compNode" presStyleCnt="0"/>
      <dgm:spPr/>
    </dgm:pt>
    <dgm:pt modelId="{856AB180-1B44-4973-9433-36D4D09E22A6}" type="pres">
      <dgm:prSet presAssocID="{44D99D37-16D7-4759-881D-919D7CE6664A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0362664-B851-48B7-9207-BCE7D55F371F}" type="pres">
      <dgm:prSet presAssocID="{44D99D37-16D7-4759-881D-919D7CE6664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C32EBC7-5723-4545-8767-6BCF554133F4}" type="pres">
      <dgm:prSet presAssocID="{44D99D37-16D7-4759-881D-919D7CE6664A}" presName="spaceRect" presStyleCnt="0"/>
      <dgm:spPr/>
    </dgm:pt>
    <dgm:pt modelId="{FEA4C0E8-56B7-4196-9D67-17B407675185}" type="pres">
      <dgm:prSet presAssocID="{44D99D37-16D7-4759-881D-919D7CE6664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6A6FB0B-E64E-4E0D-83D1-3F11279F12C6}" type="presOf" srcId="{B799E7C8-EC19-4EBB-AC6A-E1315B9E5FA0}" destId="{C7564A1B-08C6-4963-8479-25055532CECE}" srcOrd="0" destOrd="0" presId="urn:microsoft.com/office/officeart/2018/5/layout/IconLeafLabelList"/>
    <dgm:cxn modelId="{FFB4E543-5ECF-46E5-9D62-5D87843649E0}" type="presOf" srcId="{44D99D37-16D7-4759-881D-919D7CE6664A}" destId="{FEA4C0E8-56B7-4196-9D67-17B407675185}" srcOrd="0" destOrd="0" presId="urn:microsoft.com/office/officeart/2018/5/layout/IconLeafLabelList"/>
    <dgm:cxn modelId="{10E57C87-B426-4A68-99E4-AA508B9CCB4C}" srcId="{B799E7C8-EC19-4EBB-AC6A-E1315B9E5FA0}" destId="{7820BF64-C256-4DC9-B7B4-D434B703B396}" srcOrd="1" destOrd="0" parTransId="{39501FE0-72F6-4EA8-B5F6-6F6206CD121B}" sibTransId="{F48DE878-5E57-486E-A193-370516200C54}"/>
    <dgm:cxn modelId="{A5E15A95-A5D1-4137-8C41-B19676413B25}" type="presOf" srcId="{F4E41ABE-0E84-4855-B51C-2F6A4F2B15E6}" destId="{15CC11D2-B43F-4314-843C-D2C765CD35FA}" srcOrd="0" destOrd="0" presId="urn:microsoft.com/office/officeart/2018/5/layout/IconLeafLabelList"/>
    <dgm:cxn modelId="{76EA719C-55BF-4D75-B68D-61C6BC8A485E}" type="presOf" srcId="{7820BF64-C256-4DC9-B7B4-D434B703B396}" destId="{85B0CB04-A4C2-4594-B3AE-955ED8AD5477}" srcOrd="0" destOrd="0" presId="urn:microsoft.com/office/officeart/2018/5/layout/IconLeafLabelList"/>
    <dgm:cxn modelId="{76D242A5-F520-44EE-9194-9292D94DFFBC}" srcId="{B799E7C8-EC19-4EBB-AC6A-E1315B9E5FA0}" destId="{F4E41ABE-0E84-4855-B51C-2F6A4F2B15E6}" srcOrd="0" destOrd="0" parTransId="{DDC55203-EB98-4FB4-BC43-B0A3B04DBA9A}" sibTransId="{D48EE3BC-645F-4F38-96B8-00B406ECAA35}"/>
    <dgm:cxn modelId="{A8497EEF-174C-48B9-8A9B-06E5D35406B0}" srcId="{B799E7C8-EC19-4EBB-AC6A-E1315B9E5FA0}" destId="{44D99D37-16D7-4759-881D-919D7CE6664A}" srcOrd="2" destOrd="0" parTransId="{B950190F-4267-416C-A12E-CAD5E18E0865}" sibTransId="{1DED0557-AC6D-463E-B365-E68C2DEEA684}"/>
    <dgm:cxn modelId="{E3FAEA40-A5F8-45DA-A07C-B2BC138E7BF3}" type="presParOf" srcId="{C7564A1B-08C6-4963-8479-25055532CECE}" destId="{B5E89D34-C9A6-443C-83FD-06D689A9AF50}" srcOrd="0" destOrd="0" presId="urn:microsoft.com/office/officeart/2018/5/layout/IconLeafLabelList"/>
    <dgm:cxn modelId="{1C233D09-FBD0-40B2-8D74-B8283C67CC68}" type="presParOf" srcId="{B5E89D34-C9A6-443C-83FD-06D689A9AF50}" destId="{F70786BC-E7F7-4043-B36A-A09A4BFBE2B3}" srcOrd="0" destOrd="0" presId="urn:microsoft.com/office/officeart/2018/5/layout/IconLeafLabelList"/>
    <dgm:cxn modelId="{03F3140B-7624-463B-8162-F1E3A8A73CCB}" type="presParOf" srcId="{B5E89D34-C9A6-443C-83FD-06D689A9AF50}" destId="{C6DFB842-DA55-4783-90BE-EC447BD77248}" srcOrd="1" destOrd="0" presId="urn:microsoft.com/office/officeart/2018/5/layout/IconLeafLabelList"/>
    <dgm:cxn modelId="{43ADBD88-16FC-480D-BE1C-12B0CB04FD20}" type="presParOf" srcId="{B5E89D34-C9A6-443C-83FD-06D689A9AF50}" destId="{2B6E12A4-196A-4E0E-B3DF-AEC7E66F3DEF}" srcOrd="2" destOrd="0" presId="urn:microsoft.com/office/officeart/2018/5/layout/IconLeafLabelList"/>
    <dgm:cxn modelId="{22D667A4-82F8-42CC-B579-ACAC3047AC69}" type="presParOf" srcId="{B5E89D34-C9A6-443C-83FD-06D689A9AF50}" destId="{15CC11D2-B43F-4314-843C-D2C765CD35FA}" srcOrd="3" destOrd="0" presId="urn:microsoft.com/office/officeart/2018/5/layout/IconLeafLabelList"/>
    <dgm:cxn modelId="{528B8989-4584-4085-B7C3-394C0BF50770}" type="presParOf" srcId="{C7564A1B-08C6-4963-8479-25055532CECE}" destId="{92FE3C28-1C3A-4BBA-8409-93812DA3EFB8}" srcOrd="1" destOrd="0" presId="urn:microsoft.com/office/officeart/2018/5/layout/IconLeafLabelList"/>
    <dgm:cxn modelId="{1FAF81C8-3F4C-4D9C-8775-5E5145436EAD}" type="presParOf" srcId="{C7564A1B-08C6-4963-8479-25055532CECE}" destId="{B1464197-9020-4218-919B-E1A33C072181}" srcOrd="2" destOrd="0" presId="urn:microsoft.com/office/officeart/2018/5/layout/IconLeafLabelList"/>
    <dgm:cxn modelId="{BABC3333-2852-4A5E-A945-95FD6B41AB0D}" type="presParOf" srcId="{B1464197-9020-4218-919B-E1A33C072181}" destId="{0846D2CD-87A4-4B95-8B5D-C2FFC6FA5373}" srcOrd="0" destOrd="0" presId="urn:microsoft.com/office/officeart/2018/5/layout/IconLeafLabelList"/>
    <dgm:cxn modelId="{45E4BCF6-BEA1-4395-9F11-745133AAEB18}" type="presParOf" srcId="{B1464197-9020-4218-919B-E1A33C072181}" destId="{BC5D2650-F249-4702-89AE-39A10C16C449}" srcOrd="1" destOrd="0" presId="urn:microsoft.com/office/officeart/2018/5/layout/IconLeafLabelList"/>
    <dgm:cxn modelId="{CA3DE91B-36AD-4860-8ED7-831634732267}" type="presParOf" srcId="{B1464197-9020-4218-919B-E1A33C072181}" destId="{2615D404-FF10-41F3-9FFA-981F019E2427}" srcOrd="2" destOrd="0" presId="urn:microsoft.com/office/officeart/2018/5/layout/IconLeafLabelList"/>
    <dgm:cxn modelId="{1D381DEF-0BE4-446E-B3DE-33E2AD4801C8}" type="presParOf" srcId="{B1464197-9020-4218-919B-E1A33C072181}" destId="{85B0CB04-A4C2-4594-B3AE-955ED8AD5477}" srcOrd="3" destOrd="0" presId="urn:microsoft.com/office/officeart/2018/5/layout/IconLeafLabelList"/>
    <dgm:cxn modelId="{BC1EC854-5E91-4139-B2B8-7AE56623A5F0}" type="presParOf" srcId="{C7564A1B-08C6-4963-8479-25055532CECE}" destId="{814125F3-EA8E-4C83-ACBF-C476BFE4B70E}" srcOrd="3" destOrd="0" presId="urn:microsoft.com/office/officeart/2018/5/layout/IconLeafLabelList"/>
    <dgm:cxn modelId="{19EC12E5-E165-41B1-A081-C5F38B107C86}" type="presParOf" srcId="{C7564A1B-08C6-4963-8479-25055532CECE}" destId="{451559EE-4CA0-4EAE-8EB0-55E251D31FB6}" srcOrd="4" destOrd="0" presId="urn:microsoft.com/office/officeart/2018/5/layout/IconLeafLabelList"/>
    <dgm:cxn modelId="{C2B0405B-5344-45D6-B8E6-E2E8C0269D51}" type="presParOf" srcId="{451559EE-4CA0-4EAE-8EB0-55E251D31FB6}" destId="{856AB180-1B44-4973-9433-36D4D09E22A6}" srcOrd="0" destOrd="0" presId="urn:microsoft.com/office/officeart/2018/5/layout/IconLeafLabelList"/>
    <dgm:cxn modelId="{1AFCB6D7-633E-4828-8FBA-A4664EA20AE3}" type="presParOf" srcId="{451559EE-4CA0-4EAE-8EB0-55E251D31FB6}" destId="{D0362664-B851-48B7-9207-BCE7D55F371F}" srcOrd="1" destOrd="0" presId="urn:microsoft.com/office/officeart/2018/5/layout/IconLeafLabelList"/>
    <dgm:cxn modelId="{99DB499A-8932-4FF0-BF30-E6CAB13CF148}" type="presParOf" srcId="{451559EE-4CA0-4EAE-8EB0-55E251D31FB6}" destId="{9C32EBC7-5723-4545-8767-6BCF554133F4}" srcOrd="2" destOrd="0" presId="urn:microsoft.com/office/officeart/2018/5/layout/IconLeafLabelList"/>
    <dgm:cxn modelId="{9B6AF063-6C4C-448B-BAA1-343A977E917D}" type="presParOf" srcId="{451559EE-4CA0-4EAE-8EB0-55E251D31FB6}" destId="{FEA4C0E8-56B7-4196-9D67-17B40767518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8ED903C-5A95-47AF-9CFC-FD5FE872499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397A6DE-04D4-4A5E-8602-91667B55EA5A}">
      <dgm:prSet/>
      <dgm:spPr/>
      <dgm:t>
        <a:bodyPr/>
        <a:lstStyle/>
        <a:p>
          <a:r>
            <a:rPr lang="en-US"/>
            <a:t>• Weak predictive features</a:t>
          </a:r>
        </a:p>
      </dgm:t>
    </dgm:pt>
    <dgm:pt modelId="{8305F594-3F72-4EEA-A982-C237005E6AE7}" type="parTrans" cxnId="{DE4F6A5F-5E82-49AC-8134-D9FD3B3F9B70}">
      <dgm:prSet/>
      <dgm:spPr/>
      <dgm:t>
        <a:bodyPr/>
        <a:lstStyle/>
        <a:p>
          <a:endParaRPr lang="en-US"/>
        </a:p>
      </dgm:t>
    </dgm:pt>
    <dgm:pt modelId="{E550841A-6821-4B59-97A3-D4BCBA765CAD}" type="sibTrans" cxnId="{DE4F6A5F-5E82-49AC-8134-D9FD3B3F9B70}">
      <dgm:prSet/>
      <dgm:spPr/>
      <dgm:t>
        <a:bodyPr/>
        <a:lstStyle/>
        <a:p>
          <a:endParaRPr lang="en-US"/>
        </a:p>
      </dgm:t>
    </dgm:pt>
    <dgm:pt modelId="{A1F83E28-9C5F-461C-944A-588EEB4913A6}">
      <dgm:prSet/>
      <dgm:spPr/>
      <dgm:t>
        <a:bodyPr/>
        <a:lstStyle/>
        <a:p>
          <a:r>
            <a:rPr lang="en-US"/>
            <a:t>• Logistic regression is linear</a:t>
          </a:r>
        </a:p>
      </dgm:t>
    </dgm:pt>
    <dgm:pt modelId="{7A39473F-C3E6-4784-B252-A94A29409200}" type="parTrans" cxnId="{12C03CDE-FC04-4BD2-B234-377F6E8DC288}">
      <dgm:prSet/>
      <dgm:spPr/>
      <dgm:t>
        <a:bodyPr/>
        <a:lstStyle/>
        <a:p>
          <a:endParaRPr lang="en-US"/>
        </a:p>
      </dgm:t>
    </dgm:pt>
    <dgm:pt modelId="{B38ECADA-C120-4DE6-9A5D-BF00EF3B1A11}" type="sibTrans" cxnId="{12C03CDE-FC04-4BD2-B234-377F6E8DC288}">
      <dgm:prSet/>
      <dgm:spPr/>
      <dgm:t>
        <a:bodyPr/>
        <a:lstStyle/>
        <a:p>
          <a:endParaRPr lang="en-US"/>
        </a:p>
      </dgm:t>
    </dgm:pt>
    <dgm:pt modelId="{7FEA1ADD-0D54-4375-93B9-921ECDCEDD8E}">
      <dgm:prSet/>
      <dgm:spPr/>
      <dgm:t>
        <a:bodyPr/>
        <a:lstStyle/>
        <a:p>
          <a:r>
            <a:rPr lang="en-US"/>
            <a:t>• Severe class imbalance</a:t>
          </a:r>
        </a:p>
      </dgm:t>
    </dgm:pt>
    <dgm:pt modelId="{5411A2CB-5CEF-46B3-B45F-2060509E5AA2}" type="parTrans" cxnId="{BC146735-A59D-445C-ABE3-F2390DFE1F08}">
      <dgm:prSet/>
      <dgm:spPr/>
      <dgm:t>
        <a:bodyPr/>
        <a:lstStyle/>
        <a:p>
          <a:endParaRPr lang="en-US"/>
        </a:p>
      </dgm:t>
    </dgm:pt>
    <dgm:pt modelId="{E6F70C88-429F-4F44-B07B-94221500A0D3}" type="sibTrans" cxnId="{BC146735-A59D-445C-ABE3-F2390DFE1F08}">
      <dgm:prSet/>
      <dgm:spPr/>
      <dgm:t>
        <a:bodyPr/>
        <a:lstStyle/>
        <a:p>
          <a:endParaRPr lang="en-US"/>
        </a:p>
      </dgm:t>
    </dgm:pt>
    <dgm:pt modelId="{FB5D09BB-F5A5-41BC-8888-37E6ED7024C4}" type="pres">
      <dgm:prSet presAssocID="{98ED903C-5A95-47AF-9CFC-FD5FE872499D}" presName="linear" presStyleCnt="0">
        <dgm:presLayoutVars>
          <dgm:animLvl val="lvl"/>
          <dgm:resizeHandles val="exact"/>
        </dgm:presLayoutVars>
      </dgm:prSet>
      <dgm:spPr/>
    </dgm:pt>
    <dgm:pt modelId="{BDE26B25-3F55-4505-87B3-CC5F8B3C96D0}" type="pres">
      <dgm:prSet presAssocID="{2397A6DE-04D4-4A5E-8602-91667B55EA5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9D3D258-FBAD-4011-8A37-1732907D9E64}" type="pres">
      <dgm:prSet presAssocID="{E550841A-6821-4B59-97A3-D4BCBA765CAD}" presName="spacer" presStyleCnt="0"/>
      <dgm:spPr/>
    </dgm:pt>
    <dgm:pt modelId="{CACB7D17-8C4C-423C-B45B-07F912A98ADB}" type="pres">
      <dgm:prSet presAssocID="{A1F83E28-9C5F-461C-944A-588EEB4913A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CCE4440-2D0C-4E64-8D4D-213ED86FD8D6}" type="pres">
      <dgm:prSet presAssocID="{B38ECADA-C120-4DE6-9A5D-BF00EF3B1A11}" presName="spacer" presStyleCnt="0"/>
      <dgm:spPr/>
    </dgm:pt>
    <dgm:pt modelId="{8504879B-13A0-46E9-A3F2-ABCE033892D0}" type="pres">
      <dgm:prSet presAssocID="{7FEA1ADD-0D54-4375-93B9-921ECDCEDD8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CD80A1B-AB4E-4412-9470-7F4DD0951899}" type="presOf" srcId="{7FEA1ADD-0D54-4375-93B9-921ECDCEDD8E}" destId="{8504879B-13A0-46E9-A3F2-ABCE033892D0}" srcOrd="0" destOrd="0" presId="urn:microsoft.com/office/officeart/2005/8/layout/vList2"/>
    <dgm:cxn modelId="{BC146735-A59D-445C-ABE3-F2390DFE1F08}" srcId="{98ED903C-5A95-47AF-9CFC-FD5FE872499D}" destId="{7FEA1ADD-0D54-4375-93B9-921ECDCEDD8E}" srcOrd="2" destOrd="0" parTransId="{5411A2CB-5CEF-46B3-B45F-2060509E5AA2}" sibTransId="{E6F70C88-429F-4F44-B07B-94221500A0D3}"/>
    <dgm:cxn modelId="{5C09F95B-C026-43D9-BD11-65BE26D85A09}" type="presOf" srcId="{2397A6DE-04D4-4A5E-8602-91667B55EA5A}" destId="{BDE26B25-3F55-4505-87B3-CC5F8B3C96D0}" srcOrd="0" destOrd="0" presId="urn:microsoft.com/office/officeart/2005/8/layout/vList2"/>
    <dgm:cxn modelId="{DE4F6A5F-5E82-49AC-8134-D9FD3B3F9B70}" srcId="{98ED903C-5A95-47AF-9CFC-FD5FE872499D}" destId="{2397A6DE-04D4-4A5E-8602-91667B55EA5A}" srcOrd="0" destOrd="0" parTransId="{8305F594-3F72-4EEA-A982-C237005E6AE7}" sibTransId="{E550841A-6821-4B59-97A3-D4BCBA765CAD}"/>
    <dgm:cxn modelId="{FD82D27E-9AD3-4FEF-B048-7AAE678BF5D8}" type="presOf" srcId="{A1F83E28-9C5F-461C-944A-588EEB4913A6}" destId="{CACB7D17-8C4C-423C-B45B-07F912A98ADB}" srcOrd="0" destOrd="0" presId="urn:microsoft.com/office/officeart/2005/8/layout/vList2"/>
    <dgm:cxn modelId="{7D824BC4-7FCE-4F83-AD91-32528E066D9D}" type="presOf" srcId="{98ED903C-5A95-47AF-9CFC-FD5FE872499D}" destId="{FB5D09BB-F5A5-41BC-8888-37E6ED7024C4}" srcOrd="0" destOrd="0" presId="urn:microsoft.com/office/officeart/2005/8/layout/vList2"/>
    <dgm:cxn modelId="{12C03CDE-FC04-4BD2-B234-377F6E8DC288}" srcId="{98ED903C-5A95-47AF-9CFC-FD5FE872499D}" destId="{A1F83E28-9C5F-461C-944A-588EEB4913A6}" srcOrd="1" destOrd="0" parTransId="{7A39473F-C3E6-4784-B252-A94A29409200}" sibTransId="{B38ECADA-C120-4DE6-9A5D-BF00EF3B1A11}"/>
    <dgm:cxn modelId="{E0A15636-A8EA-4C81-9DED-3DDBA19B4786}" type="presParOf" srcId="{FB5D09BB-F5A5-41BC-8888-37E6ED7024C4}" destId="{BDE26B25-3F55-4505-87B3-CC5F8B3C96D0}" srcOrd="0" destOrd="0" presId="urn:microsoft.com/office/officeart/2005/8/layout/vList2"/>
    <dgm:cxn modelId="{F3B71C38-5010-439B-A711-AAA61F29E393}" type="presParOf" srcId="{FB5D09BB-F5A5-41BC-8888-37E6ED7024C4}" destId="{C9D3D258-FBAD-4011-8A37-1732907D9E64}" srcOrd="1" destOrd="0" presId="urn:microsoft.com/office/officeart/2005/8/layout/vList2"/>
    <dgm:cxn modelId="{D773453A-F863-4B5C-92EA-871270DD52F8}" type="presParOf" srcId="{FB5D09BB-F5A5-41BC-8888-37E6ED7024C4}" destId="{CACB7D17-8C4C-423C-B45B-07F912A98ADB}" srcOrd="2" destOrd="0" presId="urn:microsoft.com/office/officeart/2005/8/layout/vList2"/>
    <dgm:cxn modelId="{6DE901B4-B0DF-4632-A5D5-C7C55F4BB2CF}" type="presParOf" srcId="{FB5D09BB-F5A5-41BC-8888-37E6ED7024C4}" destId="{6CCE4440-2D0C-4E64-8D4D-213ED86FD8D6}" srcOrd="3" destOrd="0" presId="urn:microsoft.com/office/officeart/2005/8/layout/vList2"/>
    <dgm:cxn modelId="{DD89B657-4BF0-4433-AD1A-F8D8B12122E0}" type="presParOf" srcId="{FB5D09BB-F5A5-41BC-8888-37E6ED7024C4}" destId="{8504879B-13A0-46E9-A3F2-ABCE033892D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87F7377-B9BF-4217-A83D-68C0E3AEA25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45EFD5A-77BE-461F-98EA-000215C8A332}">
      <dgm:prSet/>
      <dgm:spPr/>
      <dgm:t>
        <a:bodyPr/>
        <a:lstStyle/>
        <a:p>
          <a:r>
            <a:rPr lang="en-US"/>
            <a:t>• Model shows moderate performance</a:t>
          </a:r>
        </a:p>
      </dgm:t>
    </dgm:pt>
    <dgm:pt modelId="{B008F2C5-DC1C-44B7-96C7-A196D7BE70A3}" type="parTrans" cxnId="{683A39DA-681B-4E7E-B97A-F6ABD1021EFC}">
      <dgm:prSet/>
      <dgm:spPr/>
      <dgm:t>
        <a:bodyPr/>
        <a:lstStyle/>
        <a:p>
          <a:endParaRPr lang="en-US"/>
        </a:p>
      </dgm:t>
    </dgm:pt>
    <dgm:pt modelId="{E229753A-F1E7-49A7-B4F6-4E0758ED8E1B}" type="sibTrans" cxnId="{683A39DA-681B-4E7E-B97A-F6ABD1021EFC}">
      <dgm:prSet/>
      <dgm:spPr/>
      <dgm:t>
        <a:bodyPr/>
        <a:lstStyle/>
        <a:p>
          <a:endParaRPr lang="en-US"/>
        </a:p>
      </dgm:t>
    </dgm:pt>
    <dgm:pt modelId="{35A8F027-C50D-48A1-99D1-FB09E986D019}">
      <dgm:prSet/>
      <dgm:spPr/>
      <dgm:t>
        <a:bodyPr/>
        <a:lstStyle/>
        <a:p>
          <a:r>
            <a:rPr lang="en-US"/>
            <a:t>• F1 target (70%) not achieved</a:t>
          </a:r>
        </a:p>
      </dgm:t>
    </dgm:pt>
    <dgm:pt modelId="{CC3D03E7-764F-462E-A70E-E022F1F69743}" type="parTrans" cxnId="{E8A7BDCC-F8FD-4AB4-87BC-6DF3C15505BB}">
      <dgm:prSet/>
      <dgm:spPr/>
      <dgm:t>
        <a:bodyPr/>
        <a:lstStyle/>
        <a:p>
          <a:endParaRPr lang="en-US"/>
        </a:p>
      </dgm:t>
    </dgm:pt>
    <dgm:pt modelId="{E196D3DE-055A-4679-9582-E55A399651E2}" type="sibTrans" cxnId="{E8A7BDCC-F8FD-4AB4-87BC-6DF3C15505BB}">
      <dgm:prSet/>
      <dgm:spPr/>
      <dgm:t>
        <a:bodyPr/>
        <a:lstStyle/>
        <a:p>
          <a:endParaRPr lang="en-US"/>
        </a:p>
      </dgm:t>
    </dgm:pt>
    <dgm:pt modelId="{68A95EC4-92D4-4883-9B4F-608F05B3A3A0}">
      <dgm:prSet/>
      <dgm:spPr/>
      <dgm:t>
        <a:bodyPr/>
        <a:lstStyle/>
        <a:p>
          <a:r>
            <a:rPr lang="en-US"/>
            <a:t>• More advanced models or features needed</a:t>
          </a:r>
        </a:p>
      </dgm:t>
    </dgm:pt>
    <dgm:pt modelId="{EA4FFC97-6965-4E15-9685-AF30480A42F3}" type="parTrans" cxnId="{E2CC1207-94E2-4D86-A32F-B33811DBF946}">
      <dgm:prSet/>
      <dgm:spPr/>
      <dgm:t>
        <a:bodyPr/>
        <a:lstStyle/>
        <a:p>
          <a:endParaRPr lang="en-US"/>
        </a:p>
      </dgm:t>
    </dgm:pt>
    <dgm:pt modelId="{BD7BFDBA-5A0F-452F-9C55-D1B7E3EEFE56}" type="sibTrans" cxnId="{E2CC1207-94E2-4D86-A32F-B33811DBF946}">
      <dgm:prSet/>
      <dgm:spPr/>
      <dgm:t>
        <a:bodyPr/>
        <a:lstStyle/>
        <a:p>
          <a:endParaRPr lang="en-US"/>
        </a:p>
      </dgm:t>
    </dgm:pt>
    <dgm:pt modelId="{F6067C37-AE85-44DF-A79F-6A50C9D08EC7}" type="pres">
      <dgm:prSet presAssocID="{687F7377-B9BF-4217-A83D-68C0E3AEA257}" presName="linear" presStyleCnt="0">
        <dgm:presLayoutVars>
          <dgm:animLvl val="lvl"/>
          <dgm:resizeHandles val="exact"/>
        </dgm:presLayoutVars>
      </dgm:prSet>
      <dgm:spPr/>
    </dgm:pt>
    <dgm:pt modelId="{2CECC671-4B17-4E8A-884B-8AFD2AB0A08D}" type="pres">
      <dgm:prSet presAssocID="{445EFD5A-77BE-461F-98EA-000215C8A33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4DE71E8-12B7-4D24-8BBD-09DC01CF6D2D}" type="pres">
      <dgm:prSet presAssocID="{E229753A-F1E7-49A7-B4F6-4E0758ED8E1B}" presName="spacer" presStyleCnt="0"/>
      <dgm:spPr/>
    </dgm:pt>
    <dgm:pt modelId="{EC382080-4C14-4B0E-878B-8704AF9DA62B}" type="pres">
      <dgm:prSet presAssocID="{35A8F027-C50D-48A1-99D1-FB09E986D01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293A009-D5A9-4AFE-9AA6-A70A951A7740}" type="pres">
      <dgm:prSet presAssocID="{E196D3DE-055A-4679-9582-E55A399651E2}" presName="spacer" presStyleCnt="0"/>
      <dgm:spPr/>
    </dgm:pt>
    <dgm:pt modelId="{EE659613-BF93-42E4-947F-BCEFA0EA86CD}" type="pres">
      <dgm:prSet presAssocID="{68A95EC4-92D4-4883-9B4F-608F05B3A3A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2CC1207-94E2-4D86-A32F-B33811DBF946}" srcId="{687F7377-B9BF-4217-A83D-68C0E3AEA257}" destId="{68A95EC4-92D4-4883-9B4F-608F05B3A3A0}" srcOrd="2" destOrd="0" parTransId="{EA4FFC97-6965-4E15-9685-AF30480A42F3}" sibTransId="{BD7BFDBA-5A0F-452F-9C55-D1B7E3EEFE56}"/>
    <dgm:cxn modelId="{B7767D35-0254-4307-931E-AEE05FEF542C}" type="presOf" srcId="{687F7377-B9BF-4217-A83D-68C0E3AEA257}" destId="{F6067C37-AE85-44DF-A79F-6A50C9D08EC7}" srcOrd="0" destOrd="0" presId="urn:microsoft.com/office/officeart/2005/8/layout/vList2"/>
    <dgm:cxn modelId="{5E08F487-AB60-4C38-8309-32909DB989E8}" type="presOf" srcId="{35A8F027-C50D-48A1-99D1-FB09E986D019}" destId="{EC382080-4C14-4B0E-878B-8704AF9DA62B}" srcOrd="0" destOrd="0" presId="urn:microsoft.com/office/officeart/2005/8/layout/vList2"/>
    <dgm:cxn modelId="{A005558E-0281-4D0C-90EB-245D4C1D2B76}" type="presOf" srcId="{445EFD5A-77BE-461F-98EA-000215C8A332}" destId="{2CECC671-4B17-4E8A-884B-8AFD2AB0A08D}" srcOrd="0" destOrd="0" presId="urn:microsoft.com/office/officeart/2005/8/layout/vList2"/>
    <dgm:cxn modelId="{E8A7BDCC-F8FD-4AB4-87BC-6DF3C15505BB}" srcId="{687F7377-B9BF-4217-A83D-68C0E3AEA257}" destId="{35A8F027-C50D-48A1-99D1-FB09E986D019}" srcOrd="1" destOrd="0" parTransId="{CC3D03E7-764F-462E-A70E-E022F1F69743}" sibTransId="{E196D3DE-055A-4679-9582-E55A399651E2}"/>
    <dgm:cxn modelId="{683A39DA-681B-4E7E-B97A-F6ABD1021EFC}" srcId="{687F7377-B9BF-4217-A83D-68C0E3AEA257}" destId="{445EFD5A-77BE-461F-98EA-000215C8A332}" srcOrd="0" destOrd="0" parTransId="{B008F2C5-DC1C-44B7-96C7-A196D7BE70A3}" sibTransId="{E229753A-F1E7-49A7-B4F6-4E0758ED8E1B}"/>
    <dgm:cxn modelId="{8CA9FAF2-614F-47CB-87C2-DC3F324879A1}" type="presOf" srcId="{68A95EC4-92D4-4883-9B4F-608F05B3A3A0}" destId="{EE659613-BF93-42E4-947F-BCEFA0EA86CD}" srcOrd="0" destOrd="0" presId="urn:microsoft.com/office/officeart/2005/8/layout/vList2"/>
    <dgm:cxn modelId="{07FBC71A-2F3C-46AF-B939-20E348E7A422}" type="presParOf" srcId="{F6067C37-AE85-44DF-A79F-6A50C9D08EC7}" destId="{2CECC671-4B17-4E8A-884B-8AFD2AB0A08D}" srcOrd="0" destOrd="0" presId="urn:microsoft.com/office/officeart/2005/8/layout/vList2"/>
    <dgm:cxn modelId="{D819D448-E561-4469-B656-CAF8EBC3618F}" type="presParOf" srcId="{F6067C37-AE85-44DF-A79F-6A50C9D08EC7}" destId="{54DE71E8-12B7-4D24-8BBD-09DC01CF6D2D}" srcOrd="1" destOrd="0" presId="urn:microsoft.com/office/officeart/2005/8/layout/vList2"/>
    <dgm:cxn modelId="{B31A2DF3-2884-444C-8BC4-FF51C84C5144}" type="presParOf" srcId="{F6067C37-AE85-44DF-A79F-6A50C9D08EC7}" destId="{EC382080-4C14-4B0E-878B-8704AF9DA62B}" srcOrd="2" destOrd="0" presId="urn:microsoft.com/office/officeart/2005/8/layout/vList2"/>
    <dgm:cxn modelId="{CE849F7B-09C4-4AEE-8925-3290939F33CE}" type="presParOf" srcId="{F6067C37-AE85-44DF-A79F-6A50C9D08EC7}" destId="{6293A009-D5A9-4AFE-9AA6-A70A951A7740}" srcOrd="3" destOrd="0" presId="urn:microsoft.com/office/officeart/2005/8/layout/vList2"/>
    <dgm:cxn modelId="{7D75E0F2-6818-4617-9C49-0E37A19C1698}" type="presParOf" srcId="{F6067C37-AE85-44DF-A79F-6A50C9D08EC7}" destId="{EE659613-BF93-42E4-947F-BCEFA0EA86C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46F9A5-2DD6-4E47-9418-F763DBA1796F}">
      <dsp:nvSpPr>
        <dsp:cNvPr id="0" name=""/>
        <dsp:cNvSpPr/>
      </dsp:nvSpPr>
      <dsp:spPr>
        <a:xfrm>
          <a:off x="0" y="662809"/>
          <a:ext cx="5000124" cy="13127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Predict high-risk (default) vs low-risk orders</a:t>
          </a:r>
        </a:p>
      </dsp:txBody>
      <dsp:txXfrm>
        <a:off x="64083" y="726892"/>
        <a:ext cx="4871958" cy="1184574"/>
      </dsp:txXfrm>
    </dsp:sp>
    <dsp:sp modelId="{BB04D1B8-6425-4FAB-AFEE-D57BAE05161C}">
      <dsp:nvSpPr>
        <dsp:cNvPr id="0" name=""/>
        <dsp:cNvSpPr/>
      </dsp:nvSpPr>
      <dsp:spPr>
        <a:xfrm>
          <a:off x="0" y="2070589"/>
          <a:ext cx="5000124" cy="131274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Financial loss if high-risk orders are accepted</a:t>
          </a:r>
        </a:p>
      </dsp:txBody>
      <dsp:txXfrm>
        <a:off x="64083" y="2134672"/>
        <a:ext cx="4871958" cy="1184574"/>
      </dsp:txXfrm>
    </dsp:sp>
    <dsp:sp modelId="{01553D44-00EB-4F9D-94F8-A641712548EB}">
      <dsp:nvSpPr>
        <dsp:cNvPr id="0" name=""/>
        <dsp:cNvSpPr/>
      </dsp:nvSpPr>
      <dsp:spPr>
        <a:xfrm>
          <a:off x="0" y="3478370"/>
          <a:ext cx="5000124" cy="131274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Revenue loss if good customers are rejected</a:t>
          </a:r>
        </a:p>
      </dsp:txBody>
      <dsp:txXfrm>
        <a:off x="64083" y="3542453"/>
        <a:ext cx="4871958" cy="11845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283AAB-A64F-4217-AF66-1CE9EAC22F5A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39C561-0F40-451D-8C2B-A1B5D0EC0B4B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03218C-EFF5-4A66-B095-C34EC311FADA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Build a classification model</a:t>
          </a:r>
        </a:p>
      </dsp:txBody>
      <dsp:txXfrm>
        <a:off x="46529" y="2703902"/>
        <a:ext cx="2418750" cy="720000"/>
      </dsp:txXfrm>
    </dsp:sp>
    <dsp:sp modelId="{264C212F-7966-45F2-95C0-410A2D1779A8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7DD7B7-2EB8-4F13-ABDC-7351633D5E5B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D4C3C9-226E-4F7F-97F3-48BBB2302ED5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Focus on detecting high-risk orders</a:t>
          </a:r>
        </a:p>
      </dsp:txBody>
      <dsp:txXfrm>
        <a:off x="2888560" y="2703902"/>
        <a:ext cx="2418750" cy="720000"/>
      </dsp:txXfrm>
    </dsp:sp>
    <dsp:sp modelId="{6F53949F-E9AB-48A4-805F-67432D387EFF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2D35E1-2FF6-4B70-BEC6-C525AADD8D3B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E8D596-2FE9-4EBF-871C-37B01DA6C774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Target: F1-score = 70% for high-risk class</a:t>
          </a:r>
        </a:p>
      </dsp:txBody>
      <dsp:txXfrm>
        <a:off x="5730591" y="2703902"/>
        <a:ext cx="241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8067D3-7727-4092-B346-AE090B396C96}">
      <dsp:nvSpPr>
        <dsp:cNvPr id="0" name=""/>
        <dsp:cNvSpPr/>
      </dsp:nvSpPr>
      <dsp:spPr>
        <a:xfrm>
          <a:off x="715337" y="2413"/>
          <a:ext cx="3221521" cy="193291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• 30,000 orders, 44 features</a:t>
          </a:r>
        </a:p>
      </dsp:txBody>
      <dsp:txXfrm>
        <a:off x="715337" y="2413"/>
        <a:ext cx="3221521" cy="1932912"/>
      </dsp:txXfrm>
    </dsp:sp>
    <dsp:sp modelId="{2158E2AB-555D-4E05-BAB3-8E2A3DB35174}">
      <dsp:nvSpPr>
        <dsp:cNvPr id="0" name=""/>
        <dsp:cNvSpPr/>
      </dsp:nvSpPr>
      <dsp:spPr>
        <a:xfrm>
          <a:off x="4259011" y="2413"/>
          <a:ext cx="3221521" cy="1932912"/>
        </a:xfrm>
        <a:prstGeom prst="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• Highly imbalanced dataset</a:t>
          </a:r>
        </a:p>
      </dsp:txBody>
      <dsp:txXfrm>
        <a:off x="4259011" y="2413"/>
        <a:ext cx="3221521" cy="1932912"/>
      </dsp:txXfrm>
    </dsp:sp>
    <dsp:sp modelId="{8352F2F9-6B40-42C9-94BD-4D98EE7CCDB6}">
      <dsp:nvSpPr>
        <dsp:cNvPr id="0" name=""/>
        <dsp:cNvSpPr/>
      </dsp:nvSpPr>
      <dsp:spPr>
        <a:xfrm>
          <a:off x="2487174" y="2257478"/>
          <a:ext cx="3221521" cy="1932912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• Only ~5.8% high-risk cases</a:t>
          </a:r>
        </a:p>
      </dsp:txBody>
      <dsp:txXfrm>
        <a:off x="2487174" y="2257478"/>
        <a:ext cx="3221521" cy="19329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36CC2-3319-4FD3-AD19-BA10FC5B29EC}">
      <dsp:nvSpPr>
        <dsp:cNvPr id="0" name=""/>
        <dsp:cNvSpPr/>
      </dsp:nvSpPr>
      <dsp:spPr>
        <a:xfrm>
          <a:off x="0" y="114669"/>
          <a:ext cx="8195871" cy="12232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• Severe class imbalance</a:t>
          </a:r>
        </a:p>
      </dsp:txBody>
      <dsp:txXfrm>
        <a:off x="59713" y="174382"/>
        <a:ext cx="8076445" cy="1103809"/>
      </dsp:txXfrm>
    </dsp:sp>
    <dsp:sp modelId="{E7C40ED9-8C43-4DB7-96B5-45138527AAED}">
      <dsp:nvSpPr>
        <dsp:cNvPr id="0" name=""/>
        <dsp:cNvSpPr/>
      </dsp:nvSpPr>
      <dsp:spPr>
        <a:xfrm>
          <a:off x="0" y="1484784"/>
          <a:ext cx="8195871" cy="1223235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• Weak feature correlations</a:t>
          </a:r>
        </a:p>
      </dsp:txBody>
      <dsp:txXfrm>
        <a:off x="59713" y="1544497"/>
        <a:ext cx="8076445" cy="1103809"/>
      </dsp:txXfrm>
    </dsp:sp>
    <dsp:sp modelId="{7C4050E8-982B-41AE-9ADC-0D5245B0B585}">
      <dsp:nvSpPr>
        <dsp:cNvPr id="0" name=""/>
        <dsp:cNvSpPr/>
      </dsp:nvSpPr>
      <dsp:spPr>
        <a:xfrm>
          <a:off x="0" y="2854900"/>
          <a:ext cx="8195871" cy="122323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• Difficult to separate classes</a:t>
          </a:r>
        </a:p>
      </dsp:txBody>
      <dsp:txXfrm>
        <a:off x="59713" y="2914613"/>
        <a:ext cx="8076445" cy="11038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1518DC-627B-4B62-98E6-E9FDD8095663}">
      <dsp:nvSpPr>
        <dsp:cNvPr id="0" name=""/>
        <dsp:cNvSpPr/>
      </dsp:nvSpPr>
      <dsp:spPr>
        <a:xfrm>
          <a:off x="0" y="266252"/>
          <a:ext cx="8195871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Logistic Regression model</a:t>
          </a:r>
        </a:p>
      </dsp:txBody>
      <dsp:txXfrm>
        <a:off x="40980" y="307232"/>
        <a:ext cx="8113911" cy="757514"/>
      </dsp:txXfrm>
    </dsp:sp>
    <dsp:sp modelId="{F7FFA325-8DFE-42C1-89DF-9D546E29E2CE}">
      <dsp:nvSpPr>
        <dsp:cNvPr id="0" name=""/>
        <dsp:cNvSpPr/>
      </dsp:nvSpPr>
      <dsp:spPr>
        <a:xfrm>
          <a:off x="0" y="1206527"/>
          <a:ext cx="8195871" cy="839474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Data preprocessing + feature engineering</a:t>
          </a:r>
        </a:p>
      </dsp:txBody>
      <dsp:txXfrm>
        <a:off x="40980" y="1247507"/>
        <a:ext cx="8113911" cy="757514"/>
      </dsp:txXfrm>
    </dsp:sp>
    <dsp:sp modelId="{FE881773-D2E2-4A82-B705-EC6514F68B14}">
      <dsp:nvSpPr>
        <dsp:cNvPr id="0" name=""/>
        <dsp:cNvSpPr/>
      </dsp:nvSpPr>
      <dsp:spPr>
        <a:xfrm>
          <a:off x="0" y="2146802"/>
          <a:ext cx="8195871" cy="839474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Class imbalance handling</a:t>
          </a:r>
        </a:p>
      </dsp:txBody>
      <dsp:txXfrm>
        <a:off x="40980" y="2187782"/>
        <a:ext cx="8113911" cy="757514"/>
      </dsp:txXfrm>
    </dsp:sp>
    <dsp:sp modelId="{3CD7453A-2922-4818-9495-B12F0E9D35E5}">
      <dsp:nvSpPr>
        <dsp:cNvPr id="0" name=""/>
        <dsp:cNvSpPr/>
      </dsp:nvSpPr>
      <dsp:spPr>
        <a:xfrm>
          <a:off x="0" y="3087077"/>
          <a:ext cx="8195871" cy="83947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• Threshold tuning</a:t>
          </a:r>
        </a:p>
      </dsp:txBody>
      <dsp:txXfrm>
        <a:off x="40980" y="3128057"/>
        <a:ext cx="8113911" cy="75751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94814-C8D3-481F-B202-1FECFCA466D7}">
      <dsp:nvSpPr>
        <dsp:cNvPr id="0" name=""/>
        <dsp:cNvSpPr/>
      </dsp:nvSpPr>
      <dsp:spPr>
        <a:xfrm>
          <a:off x="0" y="30"/>
          <a:ext cx="5175384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Dropped irrelevant/high-missing columns</a:t>
          </a:r>
        </a:p>
      </dsp:txBody>
      <dsp:txXfrm>
        <a:off x="64083" y="64113"/>
        <a:ext cx="5047218" cy="1184574"/>
      </dsp:txXfrm>
    </dsp:sp>
    <dsp:sp modelId="{F5C4A43F-21BA-4517-A691-6990EA57AB1A}">
      <dsp:nvSpPr>
        <dsp:cNvPr id="0" name=""/>
        <dsp:cNvSpPr/>
      </dsp:nvSpPr>
      <dsp:spPr>
        <a:xfrm>
          <a:off x="0" y="1407810"/>
          <a:ext cx="5175384" cy="13127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Binary encoding (yes/no → 1/0)</a:t>
          </a:r>
        </a:p>
      </dsp:txBody>
      <dsp:txXfrm>
        <a:off x="64083" y="1471893"/>
        <a:ext cx="5047218" cy="1184574"/>
      </dsp:txXfrm>
    </dsp:sp>
    <dsp:sp modelId="{7DD8E2B3-68A8-40DF-A86A-E6303EB13976}">
      <dsp:nvSpPr>
        <dsp:cNvPr id="0" name=""/>
        <dsp:cNvSpPr/>
      </dsp:nvSpPr>
      <dsp:spPr>
        <a:xfrm>
          <a:off x="0" y="2815590"/>
          <a:ext cx="5175384" cy="13127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One-hot encoding for categorical data</a:t>
          </a:r>
        </a:p>
      </dsp:txBody>
      <dsp:txXfrm>
        <a:off x="64083" y="2879673"/>
        <a:ext cx="5047218" cy="1184574"/>
      </dsp:txXfrm>
    </dsp:sp>
    <dsp:sp modelId="{3160E085-FE88-41F0-AD26-0D75ABECBD8E}">
      <dsp:nvSpPr>
        <dsp:cNvPr id="0" name=""/>
        <dsp:cNvSpPr/>
      </dsp:nvSpPr>
      <dsp:spPr>
        <a:xfrm>
          <a:off x="0" y="4223370"/>
          <a:ext cx="5175384" cy="13127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Median imputation for missing values</a:t>
          </a:r>
        </a:p>
      </dsp:txBody>
      <dsp:txXfrm>
        <a:off x="64083" y="4287453"/>
        <a:ext cx="5047218" cy="118457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68ECCC-1627-4453-9470-3731A7C97975}">
      <dsp:nvSpPr>
        <dsp:cNvPr id="0" name=""/>
        <dsp:cNvSpPr/>
      </dsp:nvSpPr>
      <dsp:spPr>
        <a:xfrm>
          <a:off x="0" y="72756"/>
          <a:ext cx="4773168" cy="1272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Converted birthdate → age</a:t>
          </a:r>
        </a:p>
      </dsp:txBody>
      <dsp:txXfrm>
        <a:off x="62141" y="134897"/>
        <a:ext cx="4648886" cy="1148678"/>
      </dsp:txXfrm>
    </dsp:sp>
    <dsp:sp modelId="{610B763B-6EF4-463A-B26D-C10F7FFA5980}">
      <dsp:nvSpPr>
        <dsp:cNvPr id="0" name=""/>
        <dsp:cNvSpPr/>
      </dsp:nvSpPr>
      <dsp:spPr>
        <a:xfrm>
          <a:off x="0" y="1437876"/>
          <a:ext cx="4773168" cy="1272960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Created recency features</a:t>
          </a:r>
        </a:p>
      </dsp:txBody>
      <dsp:txXfrm>
        <a:off x="62141" y="1500017"/>
        <a:ext cx="4648886" cy="1148678"/>
      </dsp:txXfrm>
    </dsp:sp>
    <dsp:sp modelId="{6D807789-5D07-4D5C-90B0-9F710E8A3965}">
      <dsp:nvSpPr>
        <dsp:cNvPr id="0" name=""/>
        <dsp:cNvSpPr/>
      </dsp:nvSpPr>
      <dsp:spPr>
        <a:xfrm>
          <a:off x="0" y="2802996"/>
          <a:ext cx="4773168" cy="1272960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Time converted to hour</a:t>
          </a:r>
        </a:p>
      </dsp:txBody>
      <dsp:txXfrm>
        <a:off x="62141" y="2865137"/>
        <a:ext cx="4648886" cy="1148678"/>
      </dsp:txXfrm>
    </dsp:sp>
    <dsp:sp modelId="{96C77754-83E9-4A40-93ED-10B7CCDC1507}">
      <dsp:nvSpPr>
        <dsp:cNvPr id="0" name=""/>
        <dsp:cNvSpPr/>
      </dsp:nvSpPr>
      <dsp:spPr>
        <a:xfrm>
          <a:off x="0" y="4168116"/>
          <a:ext cx="4773168" cy="127296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Added prior-order indicators</a:t>
          </a:r>
        </a:p>
      </dsp:txBody>
      <dsp:txXfrm>
        <a:off x="62141" y="4230257"/>
        <a:ext cx="4648886" cy="114867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A8BF0-21E9-438C-8E48-1A6ED8CE69EF}">
      <dsp:nvSpPr>
        <dsp:cNvPr id="0" name=""/>
        <dsp:cNvSpPr/>
      </dsp:nvSpPr>
      <dsp:spPr>
        <a:xfrm>
          <a:off x="0" y="72756"/>
          <a:ext cx="4773168" cy="1272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Used class_weight = 'balanced'</a:t>
          </a:r>
        </a:p>
      </dsp:txBody>
      <dsp:txXfrm>
        <a:off x="62141" y="134897"/>
        <a:ext cx="4648886" cy="1148678"/>
      </dsp:txXfrm>
    </dsp:sp>
    <dsp:sp modelId="{ED3F2E67-0F47-44B5-83EB-7F7D4BCC377E}">
      <dsp:nvSpPr>
        <dsp:cNvPr id="0" name=""/>
        <dsp:cNvSpPr/>
      </dsp:nvSpPr>
      <dsp:spPr>
        <a:xfrm>
          <a:off x="0" y="1437876"/>
          <a:ext cx="4773168" cy="1272960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Standardized features</a:t>
          </a:r>
        </a:p>
      </dsp:txBody>
      <dsp:txXfrm>
        <a:off x="62141" y="1500017"/>
        <a:ext cx="4648886" cy="1148678"/>
      </dsp:txXfrm>
    </dsp:sp>
    <dsp:sp modelId="{C8E4832D-A3BE-4C56-8A13-BD6F80A885BB}">
      <dsp:nvSpPr>
        <dsp:cNvPr id="0" name=""/>
        <dsp:cNvSpPr/>
      </dsp:nvSpPr>
      <dsp:spPr>
        <a:xfrm>
          <a:off x="0" y="2802996"/>
          <a:ext cx="4773168" cy="1272960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Stratified train-test split (80/20)</a:t>
          </a:r>
        </a:p>
      </dsp:txBody>
      <dsp:txXfrm>
        <a:off x="62141" y="2865137"/>
        <a:ext cx="4648886" cy="1148678"/>
      </dsp:txXfrm>
    </dsp:sp>
    <dsp:sp modelId="{0B481F50-4624-4671-9F2D-611EB3851A54}">
      <dsp:nvSpPr>
        <dsp:cNvPr id="0" name=""/>
        <dsp:cNvSpPr/>
      </dsp:nvSpPr>
      <dsp:spPr>
        <a:xfrm>
          <a:off x="0" y="4168116"/>
          <a:ext cx="4773168" cy="127296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Focused on F1-score (not accuracy)</a:t>
          </a:r>
        </a:p>
      </dsp:txBody>
      <dsp:txXfrm>
        <a:off x="62141" y="4230257"/>
        <a:ext cx="4648886" cy="114867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ECA116-6E06-41B0-99F8-71D3A334068E}">
      <dsp:nvSpPr>
        <dsp:cNvPr id="0" name=""/>
        <dsp:cNvSpPr/>
      </dsp:nvSpPr>
      <dsp:spPr>
        <a:xfrm>
          <a:off x="0" y="254916"/>
          <a:ext cx="4773168" cy="15912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• Default threshold = 0.5</a:t>
          </a:r>
        </a:p>
      </dsp:txBody>
      <dsp:txXfrm>
        <a:off x="77676" y="332592"/>
        <a:ext cx="4617816" cy="1435848"/>
      </dsp:txXfrm>
    </dsp:sp>
    <dsp:sp modelId="{CB9122EE-0BDF-413B-8688-1B2700BFCB28}">
      <dsp:nvSpPr>
        <dsp:cNvPr id="0" name=""/>
        <dsp:cNvSpPr/>
      </dsp:nvSpPr>
      <dsp:spPr>
        <a:xfrm>
          <a:off x="0" y="1961316"/>
          <a:ext cx="4773168" cy="159120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• Optimal threshold = 0.68</a:t>
          </a:r>
        </a:p>
      </dsp:txBody>
      <dsp:txXfrm>
        <a:off x="77676" y="2038992"/>
        <a:ext cx="4617816" cy="1435848"/>
      </dsp:txXfrm>
    </dsp:sp>
    <dsp:sp modelId="{047CDBF5-24B1-420D-A183-5BD2800E4A9B}">
      <dsp:nvSpPr>
        <dsp:cNvPr id="0" name=""/>
        <dsp:cNvSpPr/>
      </dsp:nvSpPr>
      <dsp:spPr>
        <a:xfrm>
          <a:off x="0" y="3667716"/>
          <a:ext cx="4773168" cy="159120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• Improved F1-score from 0.19 → 0.28</a:t>
          </a:r>
        </a:p>
      </dsp:txBody>
      <dsp:txXfrm>
        <a:off x="77676" y="3745392"/>
        <a:ext cx="4617816" cy="143584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1EA86D-0885-4A24-857F-C885C85578FE}">
      <dsp:nvSpPr>
        <dsp:cNvPr id="0" name=""/>
        <dsp:cNvSpPr/>
      </dsp:nvSpPr>
      <dsp:spPr>
        <a:xfrm>
          <a:off x="1161858" y="4658"/>
          <a:ext cx="2664723" cy="15988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F1-score (high-risk): 0.28</a:t>
          </a:r>
        </a:p>
      </dsp:txBody>
      <dsp:txXfrm>
        <a:off x="1161858" y="4658"/>
        <a:ext cx="2664723" cy="1598833"/>
      </dsp:txXfrm>
    </dsp:sp>
    <dsp:sp modelId="{7BE436E3-EEF2-4348-A2C8-DA5BDC598E37}">
      <dsp:nvSpPr>
        <dsp:cNvPr id="0" name=""/>
        <dsp:cNvSpPr/>
      </dsp:nvSpPr>
      <dsp:spPr>
        <a:xfrm>
          <a:off x="1161858" y="1869965"/>
          <a:ext cx="2664723" cy="1598833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Accuracy: 88% (misleading)</a:t>
          </a:r>
        </a:p>
      </dsp:txBody>
      <dsp:txXfrm>
        <a:off x="1161858" y="1869965"/>
        <a:ext cx="2664723" cy="1598833"/>
      </dsp:txXfrm>
    </dsp:sp>
    <dsp:sp modelId="{04B248B6-2DAB-4EA0-9F58-B3C0B3F9417B}">
      <dsp:nvSpPr>
        <dsp:cNvPr id="0" name=""/>
        <dsp:cNvSpPr/>
      </dsp:nvSpPr>
      <dsp:spPr>
        <a:xfrm>
          <a:off x="1161858" y="3735271"/>
          <a:ext cx="2664723" cy="1598833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AUC: 0.74 (moderate performance)</a:t>
          </a:r>
        </a:p>
      </dsp:txBody>
      <dsp:txXfrm>
        <a:off x="1161858" y="3735271"/>
        <a:ext cx="2664723" cy="159883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617AD4-1464-4656-A9C4-8727041A2376}">
      <dsp:nvSpPr>
        <dsp:cNvPr id="0" name=""/>
        <dsp:cNvSpPr/>
      </dsp:nvSpPr>
      <dsp:spPr>
        <a:xfrm>
          <a:off x="0" y="203520"/>
          <a:ext cx="5175384" cy="16309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• Model detects some high-risk orders</a:t>
          </a:r>
        </a:p>
      </dsp:txBody>
      <dsp:txXfrm>
        <a:off x="79618" y="283138"/>
        <a:ext cx="5016148" cy="1471744"/>
      </dsp:txXfrm>
    </dsp:sp>
    <dsp:sp modelId="{84386CF7-A081-42C0-9F62-EE6DD65BF85D}">
      <dsp:nvSpPr>
        <dsp:cNvPr id="0" name=""/>
        <dsp:cNvSpPr/>
      </dsp:nvSpPr>
      <dsp:spPr>
        <a:xfrm>
          <a:off x="0" y="1952580"/>
          <a:ext cx="5175384" cy="16309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• Many false positives (low precision)</a:t>
          </a:r>
        </a:p>
      </dsp:txBody>
      <dsp:txXfrm>
        <a:off x="79618" y="2032198"/>
        <a:ext cx="5016148" cy="1471744"/>
      </dsp:txXfrm>
    </dsp:sp>
    <dsp:sp modelId="{44F9DD77-21DC-45D3-87D2-986C0F1CB578}">
      <dsp:nvSpPr>
        <dsp:cNvPr id="0" name=""/>
        <dsp:cNvSpPr/>
      </dsp:nvSpPr>
      <dsp:spPr>
        <a:xfrm>
          <a:off x="0" y="3701640"/>
          <a:ext cx="5175384" cy="16309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• Misses many true high-risk cases</a:t>
          </a:r>
        </a:p>
      </dsp:txBody>
      <dsp:txXfrm>
        <a:off x="79618" y="3781258"/>
        <a:ext cx="5016148" cy="147174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0786BC-E7F7-4043-B36A-A09A4BFBE2B3}">
      <dsp:nvSpPr>
        <dsp:cNvPr id="0" name=""/>
        <dsp:cNvSpPr/>
      </dsp:nvSpPr>
      <dsp:spPr>
        <a:xfrm>
          <a:off x="530099" y="691938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DFB842-DA55-4783-90BE-EC447BD77248}">
      <dsp:nvSpPr>
        <dsp:cNvPr id="0" name=""/>
        <dsp:cNvSpPr/>
      </dsp:nvSpPr>
      <dsp:spPr>
        <a:xfrm>
          <a:off x="829912" y="991750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CC11D2-B43F-4314-843C-D2C765CD35FA}">
      <dsp:nvSpPr>
        <dsp:cNvPr id="0" name=""/>
        <dsp:cNvSpPr/>
      </dsp:nvSpPr>
      <dsp:spPr>
        <a:xfrm>
          <a:off x="80381" y="2536938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Increasing F1 reduced recall</a:t>
          </a:r>
        </a:p>
      </dsp:txBody>
      <dsp:txXfrm>
        <a:off x="80381" y="2536938"/>
        <a:ext cx="2306250" cy="720000"/>
      </dsp:txXfrm>
    </dsp:sp>
    <dsp:sp modelId="{0846D2CD-87A4-4B95-8B5D-C2FFC6FA5373}">
      <dsp:nvSpPr>
        <dsp:cNvPr id="0" name=""/>
        <dsp:cNvSpPr/>
      </dsp:nvSpPr>
      <dsp:spPr>
        <a:xfrm>
          <a:off x="3239943" y="691938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5D2650-F249-4702-89AE-39A10C16C449}">
      <dsp:nvSpPr>
        <dsp:cNvPr id="0" name=""/>
        <dsp:cNvSpPr/>
      </dsp:nvSpPr>
      <dsp:spPr>
        <a:xfrm>
          <a:off x="3539756" y="991750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0CB04-A4C2-4594-B3AE-955ED8AD5477}">
      <dsp:nvSpPr>
        <dsp:cNvPr id="0" name=""/>
        <dsp:cNvSpPr/>
      </dsp:nvSpPr>
      <dsp:spPr>
        <a:xfrm>
          <a:off x="2790224" y="2536938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More missed high-risk orders</a:t>
          </a:r>
        </a:p>
      </dsp:txBody>
      <dsp:txXfrm>
        <a:off x="2790224" y="2536938"/>
        <a:ext cx="2306250" cy="720000"/>
      </dsp:txXfrm>
    </dsp:sp>
    <dsp:sp modelId="{856AB180-1B44-4973-9433-36D4D09E22A6}">
      <dsp:nvSpPr>
        <dsp:cNvPr id="0" name=""/>
        <dsp:cNvSpPr/>
      </dsp:nvSpPr>
      <dsp:spPr>
        <a:xfrm>
          <a:off x="5949787" y="691938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362664-B851-48B7-9207-BCE7D55F371F}">
      <dsp:nvSpPr>
        <dsp:cNvPr id="0" name=""/>
        <dsp:cNvSpPr/>
      </dsp:nvSpPr>
      <dsp:spPr>
        <a:xfrm>
          <a:off x="6249600" y="991750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4C0E8-56B7-4196-9D67-17B407675185}">
      <dsp:nvSpPr>
        <dsp:cNvPr id="0" name=""/>
        <dsp:cNvSpPr/>
      </dsp:nvSpPr>
      <dsp:spPr>
        <a:xfrm>
          <a:off x="5500068" y="2536938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• Business may prefer higher recall</a:t>
          </a:r>
        </a:p>
      </dsp:txBody>
      <dsp:txXfrm>
        <a:off x="5500068" y="2536938"/>
        <a:ext cx="2306250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E26B25-3F55-4505-87B3-CC5F8B3C96D0}">
      <dsp:nvSpPr>
        <dsp:cNvPr id="0" name=""/>
        <dsp:cNvSpPr/>
      </dsp:nvSpPr>
      <dsp:spPr>
        <a:xfrm>
          <a:off x="0" y="57446"/>
          <a:ext cx="4941945" cy="16309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• Weak predictive features</a:t>
          </a:r>
        </a:p>
      </dsp:txBody>
      <dsp:txXfrm>
        <a:off x="79618" y="137064"/>
        <a:ext cx="4782709" cy="1471744"/>
      </dsp:txXfrm>
    </dsp:sp>
    <dsp:sp modelId="{CACB7D17-8C4C-423C-B45B-07F912A98ADB}">
      <dsp:nvSpPr>
        <dsp:cNvPr id="0" name=""/>
        <dsp:cNvSpPr/>
      </dsp:nvSpPr>
      <dsp:spPr>
        <a:xfrm>
          <a:off x="0" y="1806506"/>
          <a:ext cx="4941945" cy="16309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• Logistic regression is linear</a:t>
          </a:r>
        </a:p>
      </dsp:txBody>
      <dsp:txXfrm>
        <a:off x="79618" y="1886124"/>
        <a:ext cx="4782709" cy="1471744"/>
      </dsp:txXfrm>
    </dsp:sp>
    <dsp:sp modelId="{8504879B-13A0-46E9-A3F2-ABCE033892D0}">
      <dsp:nvSpPr>
        <dsp:cNvPr id="0" name=""/>
        <dsp:cNvSpPr/>
      </dsp:nvSpPr>
      <dsp:spPr>
        <a:xfrm>
          <a:off x="0" y="3555566"/>
          <a:ext cx="4941945" cy="16309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• Severe class imbalance</a:t>
          </a:r>
        </a:p>
      </dsp:txBody>
      <dsp:txXfrm>
        <a:off x="79618" y="3635184"/>
        <a:ext cx="4782709" cy="147174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ECC671-4B17-4E8A-884B-8AFD2AB0A08D}">
      <dsp:nvSpPr>
        <dsp:cNvPr id="0" name=""/>
        <dsp:cNvSpPr/>
      </dsp:nvSpPr>
      <dsp:spPr>
        <a:xfrm>
          <a:off x="0" y="688193"/>
          <a:ext cx="4697730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Model shows moderate performance</a:t>
          </a:r>
        </a:p>
      </dsp:txBody>
      <dsp:txXfrm>
        <a:off x="64083" y="752276"/>
        <a:ext cx="4569564" cy="1184574"/>
      </dsp:txXfrm>
    </dsp:sp>
    <dsp:sp modelId="{EC382080-4C14-4B0E-878B-8704AF9DA62B}">
      <dsp:nvSpPr>
        <dsp:cNvPr id="0" name=""/>
        <dsp:cNvSpPr/>
      </dsp:nvSpPr>
      <dsp:spPr>
        <a:xfrm>
          <a:off x="0" y="2095973"/>
          <a:ext cx="4697730" cy="131274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F1 target (70%) not achieved</a:t>
          </a:r>
        </a:p>
      </dsp:txBody>
      <dsp:txXfrm>
        <a:off x="64083" y="2160056"/>
        <a:ext cx="4569564" cy="1184574"/>
      </dsp:txXfrm>
    </dsp:sp>
    <dsp:sp modelId="{EE659613-BF93-42E4-947F-BCEFA0EA86CD}">
      <dsp:nvSpPr>
        <dsp:cNvPr id="0" name=""/>
        <dsp:cNvSpPr/>
      </dsp:nvSpPr>
      <dsp:spPr>
        <a:xfrm>
          <a:off x="0" y="3503754"/>
          <a:ext cx="4697730" cy="13127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More advanced models or features needed</a:t>
          </a:r>
        </a:p>
      </dsp:txBody>
      <dsp:txXfrm>
        <a:off x="64083" y="3567837"/>
        <a:ext cx="4569564" cy="11845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DC469BF0-A3DC-E374-D4E3-0599EA2ADC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378" b="-1"/>
          <a:stretch>
            <a:fillRect/>
          </a:stretch>
        </p:blipFill>
        <p:spPr>
          <a:xfrm>
            <a:off x="20" y="-7619"/>
            <a:ext cx="9143979" cy="688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620"/>
            <a:ext cx="4174944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08502" y="1500874"/>
            <a:ext cx="6887365" cy="387035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48"/>
            <a:ext cx="1559634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780082" y="3068761"/>
            <a:ext cx="3378495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580917" y="-6485"/>
            <a:ext cx="257037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738276" y="464574"/>
            <a:ext cx="3682024" cy="9158579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7639"/>
            <a:ext cx="3659866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271" y="2155188"/>
            <a:ext cx="3120174" cy="2839273"/>
          </a:xfrm>
        </p:spPr>
        <p:txBody>
          <a:bodyPr>
            <a:normAutofit/>
          </a:bodyPr>
          <a:lstStyle/>
          <a:p>
            <a:pPr algn="l"/>
            <a:r>
              <a:rPr lang="en-CA" sz="3500">
                <a:solidFill>
                  <a:srgbClr val="FFFFFF"/>
                </a:solidFill>
              </a:rPr>
              <a:t>Online Purchase Risk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271" y="5166367"/>
            <a:ext cx="3120174" cy="850998"/>
          </a:xfrm>
        </p:spPr>
        <p:txBody>
          <a:bodyPr>
            <a:normAutofit/>
          </a:bodyPr>
          <a:lstStyle/>
          <a:p>
            <a:pPr algn="l"/>
            <a:r>
              <a:rPr lang="en-CA" sz="1700">
                <a:solidFill>
                  <a:srgbClr val="FFFFFF"/>
                </a:solidFill>
              </a:rPr>
              <a:t>Machine Learning Classification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CA" sz="3500">
                <a:solidFill>
                  <a:srgbClr val="FFFFFF"/>
                </a:solidFill>
              </a:rPr>
              <a:t>The Problem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BAED36-D7D7-C1C7-5014-0F84C30B13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683477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The Goal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7C0E434F-94EA-C03D-D375-484808DE6A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235938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Dataset Overview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E6F59B4E-5430-DC15-A5B9-A021700163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286354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Key Challenge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40574F-ED38-4939-8761-472C506991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702583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Dataset Insight: Class Imbalance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031" y="806824"/>
            <a:ext cx="2189804" cy="1494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Dataset heavily skewed toward low-risk (~94%)</a:t>
            </a:r>
          </a:p>
        </p:txBody>
      </p:sp>
      <p:pic>
        <p:nvPicPr>
          <p:cNvPr id="4" name="Picture 3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1335791"/>
            <a:ext cx="5419311" cy="41864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CA" sz="3500">
                <a:solidFill>
                  <a:srgbClr val="FFFFFF"/>
                </a:solidFill>
              </a:rPr>
              <a:t>Approach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3E6F0A-3E99-4966-138B-8877B53C54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448949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CA" sz="3300"/>
              <a:t>Data Preprocessing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6E21D670-54BC-73DB-6082-644FF586BF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772090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CA" sz="3500"/>
              <a:t>Feature Engineering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EBC733-CE63-1CB5-0FB4-3A6CE4A1E8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8872855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CA" sz="3500"/>
              <a:t>Key Decisions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A6938B-6C3D-1880-A7BB-1E6FB0BD8B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4661594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CA" sz="3500"/>
              <a:t>Threshold Tuning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90BF51-D943-2F04-7C80-078084928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509808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Insight: Threshold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031" y="806824"/>
            <a:ext cx="2189804" cy="1494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Optimal threshold (~0.68) improves F1-score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57D001-4902-E823-C7F0-0D6B8CE51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052" y="1785619"/>
            <a:ext cx="5533947" cy="36245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n-CA"/>
              <a:t>Results (Key Metrics)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23533DB3-117B-1DAC-D0EC-4C600158B2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3362445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CA" sz="4700"/>
              <a:t>What Results Mean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5767EC-753E-3F6C-038C-6F69796385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91861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CA" sz="4700"/>
              <a:t>Trade-offs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1CC8A7F9-38B3-26F6-CB88-F7D4C36EBC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150970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1" y="639193"/>
            <a:ext cx="267885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Outcomes: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161" y="4631161"/>
            <a:ext cx="2678858" cy="1559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Trade-off between detecting risk and false alarms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4409267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7F153A-EF55-EB88-010A-711A251ED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359119"/>
            <a:ext cx="5410962" cy="41123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8743" y="709375"/>
            <a:ext cx="8035257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084243" y="1789005"/>
            <a:ext cx="5413238" cy="324475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725" y="675564"/>
            <a:ext cx="2707375" cy="5204085"/>
          </a:xfrm>
        </p:spPr>
        <p:txBody>
          <a:bodyPr>
            <a:normAutofit/>
          </a:bodyPr>
          <a:lstStyle/>
          <a:p>
            <a:r>
              <a:t>Why Target Was Not Met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524492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9144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5F311D-4B6A-9294-483D-D3BE53D070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7160725"/>
              </p:ext>
            </p:extLst>
          </p:nvPr>
        </p:nvGraphicFramePr>
        <p:xfrm>
          <a:off x="3582547" y="819369"/>
          <a:ext cx="4941945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CA" sz="3800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25641C-EEEC-1833-B7A6-526282A90B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3169547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351</Words>
  <Application>Microsoft Office PowerPoint</Application>
  <PresentationFormat>On-screen Show (4:3)</PresentationFormat>
  <Paragraphs>68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Online Purchase Risk Prediction</vt:lpstr>
      <vt:lpstr>The Problem</vt:lpstr>
      <vt:lpstr>The Goal</vt:lpstr>
      <vt:lpstr>Dataset Overview</vt:lpstr>
      <vt:lpstr>Key Challenge</vt:lpstr>
      <vt:lpstr>Dataset Insight: Class Imbalance</vt:lpstr>
      <vt:lpstr>Approach Overview</vt:lpstr>
      <vt:lpstr>Data Preprocessing</vt:lpstr>
      <vt:lpstr>Feature Engineering</vt:lpstr>
      <vt:lpstr>Key Decisions</vt:lpstr>
      <vt:lpstr>Threshold Tuning</vt:lpstr>
      <vt:lpstr>Key Insight: Threshold Optimization</vt:lpstr>
      <vt:lpstr>Results (Key Metrics)</vt:lpstr>
      <vt:lpstr>What Results Mean</vt:lpstr>
      <vt:lpstr>Trade-offs</vt:lpstr>
      <vt:lpstr>Model Outcomes: Confusion Matrix</vt:lpstr>
      <vt:lpstr>Why Target Was Not Met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Udeme Akpausoh</dc:creator>
  <cp:keywords/>
  <dc:description>generated using python-pptx</dc:description>
  <cp:lastModifiedBy>UDEME AKPAUSOH</cp:lastModifiedBy>
  <cp:revision>4</cp:revision>
  <dcterms:created xsi:type="dcterms:W3CDTF">2013-01-27T09:14:16Z</dcterms:created>
  <dcterms:modified xsi:type="dcterms:W3CDTF">2026-03-24T00:53:17Z</dcterms:modified>
  <cp:category/>
</cp:coreProperties>
</file>